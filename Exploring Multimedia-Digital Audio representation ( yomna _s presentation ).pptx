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Lexend"/>
      <p:regular r:id="rId19"/>
      <p:bold r:id="rId20"/>
    </p:embeddedFont>
    <p:embeddedFont>
      <p:font typeface="DM Serif Display"/>
      <p:regular r:id="rId21"/>
      <p:italic r:id="rId22"/>
    </p:embeddedFont>
    <p:embeddedFont>
      <p:font typeface="Karla"/>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20" Type="http://schemas.openxmlformats.org/officeDocument/2006/relationships/font" Target="fonts/Lexend-bold.fntdata"/><Relationship Id="rId22" Type="http://schemas.openxmlformats.org/officeDocument/2006/relationships/font" Target="fonts/DMSerifDisplay-italic.fntdata"/><Relationship Id="rId21" Type="http://schemas.openxmlformats.org/officeDocument/2006/relationships/font" Target="fonts/DMSerifDisplay-regular.fntdata"/><Relationship Id="rId24" Type="http://schemas.openxmlformats.org/officeDocument/2006/relationships/font" Target="fonts/Karla-bold.fntdata"/><Relationship Id="rId23" Type="http://schemas.openxmlformats.org/officeDocument/2006/relationships/font" Target="fonts/Karla-regular.fntdata"/><Relationship Id="rId26" Type="http://schemas.openxmlformats.org/officeDocument/2006/relationships/font" Target="fonts/Karla-boldItalic.fntdata"/><Relationship Id="rId25" Type="http://schemas.openxmlformats.org/officeDocument/2006/relationships/font" Target="fonts/Karla-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Lexen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e9aa08eeb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e9aa08eeb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e9aa08eeb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e9aa08eeb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e9aa08eeb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e9aa08eeb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e9aa08eeb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2e9aa08eeb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e9aa08eebb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e9aa08eebb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e9c8c0ba1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e9c8c0ba1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e9c8c0ba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e9c8c0ba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2e9c8c0ba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2e9c8c0ba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e9c8c0ba1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e9c8c0ba1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e9c8c0ba1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e9c8c0ba1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e9c8c0ba1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e9c8c0ba1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e9aa08eebb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e9aa08eebb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5.png"/><Relationship Id="rId6"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6.png"/><Relationship Id="rId7"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8.png"/><Relationship Id="rId7"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8.png"/><Relationship Id="rId7"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8.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5.png"/><Relationship Id="rId6"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5.png"/><Relationship Id="rId6"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1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1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14.png"/><Relationship Id="rId8"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0" r="0" t="0"/>
          <a:stretch/>
        </p:blipFill>
        <p:spPr>
          <a:xfrm>
            <a:off x="5600900" y="2715863"/>
            <a:ext cx="4000500" cy="2295525"/>
          </a:xfrm>
          <a:prstGeom prst="rect">
            <a:avLst/>
          </a:prstGeom>
          <a:noFill/>
          <a:ln>
            <a:noFill/>
          </a:ln>
        </p:spPr>
      </p:pic>
      <p:pic>
        <p:nvPicPr>
          <p:cNvPr id="10" name="Google Shape;10;p2"/>
          <p:cNvPicPr preferRelativeResize="0"/>
          <p:nvPr/>
        </p:nvPicPr>
        <p:blipFill rotWithShape="1">
          <a:blip r:embed="rId3">
            <a:alphaModFix/>
          </a:blip>
          <a:srcRect b="0" l="0" r="0" t="0"/>
          <a:stretch/>
        </p:blipFill>
        <p:spPr>
          <a:xfrm>
            <a:off x="1295550" y="184925"/>
            <a:ext cx="3262450" cy="2530950"/>
          </a:xfrm>
          <a:prstGeom prst="rect">
            <a:avLst/>
          </a:prstGeom>
          <a:noFill/>
          <a:ln>
            <a:noFill/>
          </a:ln>
        </p:spPr>
      </p:pic>
      <p:pic>
        <p:nvPicPr>
          <p:cNvPr id="11" name="Google Shape;11;p2"/>
          <p:cNvPicPr preferRelativeResize="0"/>
          <p:nvPr/>
        </p:nvPicPr>
        <p:blipFill rotWithShape="1">
          <a:blip r:embed="rId4">
            <a:alphaModFix/>
          </a:blip>
          <a:srcRect b="0" l="0" r="0" t="0"/>
          <a:stretch/>
        </p:blipFill>
        <p:spPr>
          <a:xfrm>
            <a:off x="337913" y="-438012"/>
            <a:ext cx="2409825" cy="2333625"/>
          </a:xfrm>
          <a:prstGeom prst="rect">
            <a:avLst/>
          </a:prstGeom>
          <a:noFill/>
          <a:ln>
            <a:noFill/>
          </a:ln>
        </p:spPr>
      </p:pic>
      <p:pic>
        <p:nvPicPr>
          <p:cNvPr id="12" name="Google Shape;12;p2"/>
          <p:cNvPicPr preferRelativeResize="0"/>
          <p:nvPr/>
        </p:nvPicPr>
        <p:blipFill rotWithShape="1">
          <a:blip r:embed="rId5">
            <a:alphaModFix/>
          </a:blip>
          <a:srcRect b="0" l="0" r="0" t="0"/>
          <a:stretch/>
        </p:blipFill>
        <p:spPr>
          <a:xfrm rot="5400000">
            <a:off x="6910775" y="206125"/>
            <a:ext cx="4339950" cy="3111650"/>
          </a:xfrm>
          <a:prstGeom prst="rect">
            <a:avLst/>
          </a:prstGeom>
          <a:noFill/>
          <a:ln>
            <a:noFill/>
          </a:ln>
        </p:spPr>
      </p:pic>
      <p:pic>
        <p:nvPicPr>
          <p:cNvPr id="13" name="Google Shape;13;p2"/>
          <p:cNvPicPr preferRelativeResize="0"/>
          <p:nvPr/>
        </p:nvPicPr>
        <p:blipFill rotWithShape="1">
          <a:blip r:embed="rId6">
            <a:alphaModFix/>
          </a:blip>
          <a:srcRect b="0" l="0" r="0" t="0"/>
          <a:stretch/>
        </p:blipFill>
        <p:spPr>
          <a:xfrm rot="5400000">
            <a:off x="941800" y="2746450"/>
            <a:ext cx="1733750" cy="3947449"/>
          </a:xfrm>
          <a:prstGeom prst="rect">
            <a:avLst/>
          </a:prstGeom>
          <a:noFill/>
          <a:ln>
            <a:noFill/>
          </a:ln>
        </p:spPr>
      </p:pic>
      <p:sp>
        <p:nvSpPr>
          <p:cNvPr id="14" name="Google Shape;14;p2"/>
          <p:cNvSpPr txBox="1"/>
          <p:nvPr>
            <p:ph type="ctrTitle"/>
          </p:nvPr>
        </p:nvSpPr>
        <p:spPr>
          <a:xfrm>
            <a:off x="953325" y="1452750"/>
            <a:ext cx="7237500" cy="181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 name="Google Shape;15;p2"/>
          <p:cNvSpPr txBox="1"/>
          <p:nvPr>
            <p:ph idx="1" type="subTitle"/>
          </p:nvPr>
        </p:nvSpPr>
        <p:spPr>
          <a:xfrm>
            <a:off x="1540125" y="3266850"/>
            <a:ext cx="6063900" cy="4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2166450" y="2409795"/>
            <a:ext cx="48111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8" name="Google Shape;18;p3"/>
          <p:cNvSpPr txBox="1"/>
          <p:nvPr>
            <p:ph idx="1" type="subTitle"/>
          </p:nvPr>
        </p:nvSpPr>
        <p:spPr>
          <a:xfrm>
            <a:off x="3293225" y="3165870"/>
            <a:ext cx="2557800" cy="60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 name="Google Shape;19;p3"/>
          <p:cNvSpPr txBox="1"/>
          <p:nvPr>
            <p:ph hasCustomPrompt="1" idx="2" type="title"/>
          </p:nvPr>
        </p:nvSpPr>
        <p:spPr>
          <a:xfrm>
            <a:off x="3334800" y="1047373"/>
            <a:ext cx="2474400" cy="137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0"/>
              <a:buNone/>
              <a:defRPr sz="9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pic>
        <p:nvPicPr>
          <p:cNvPr id="20" name="Google Shape;20;p3"/>
          <p:cNvPicPr preferRelativeResize="0"/>
          <p:nvPr/>
        </p:nvPicPr>
        <p:blipFill rotWithShape="1">
          <a:blip r:embed="rId2">
            <a:alphaModFix/>
          </a:blip>
          <a:srcRect b="0" l="0" r="0" t="0"/>
          <a:stretch/>
        </p:blipFill>
        <p:spPr>
          <a:xfrm rot="3883291">
            <a:off x="-398603" y="1661394"/>
            <a:ext cx="2569104" cy="1474162"/>
          </a:xfrm>
          <a:prstGeom prst="rect">
            <a:avLst/>
          </a:prstGeom>
          <a:noFill/>
          <a:ln>
            <a:noFill/>
          </a:ln>
        </p:spPr>
      </p:pic>
      <p:pic>
        <p:nvPicPr>
          <p:cNvPr id="21" name="Google Shape;21;p3"/>
          <p:cNvPicPr preferRelativeResize="0"/>
          <p:nvPr/>
        </p:nvPicPr>
        <p:blipFill rotWithShape="1">
          <a:blip r:embed="rId3">
            <a:alphaModFix/>
          </a:blip>
          <a:srcRect b="0" l="0" r="0" t="0"/>
          <a:stretch/>
        </p:blipFill>
        <p:spPr>
          <a:xfrm>
            <a:off x="440313" y="163692"/>
            <a:ext cx="1840875" cy="1782665"/>
          </a:xfrm>
          <a:prstGeom prst="rect">
            <a:avLst/>
          </a:prstGeom>
          <a:noFill/>
          <a:ln>
            <a:noFill/>
          </a:ln>
        </p:spPr>
      </p:pic>
      <p:pic>
        <p:nvPicPr>
          <p:cNvPr id="22" name="Google Shape;22;p3"/>
          <p:cNvPicPr preferRelativeResize="0"/>
          <p:nvPr/>
        </p:nvPicPr>
        <p:blipFill rotWithShape="1">
          <a:blip r:embed="rId4">
            <a:alphaModFix/>
          </a:blip>
          <a:srcRect b="0" l="0" r="0" t="0"/>
          <a:stretch/>
        </p:blipFill>
        <p:spPr>
          <a:xfrm rot="-1639246">
            <a:off x="941800" y="2746450"/>
            <a:ext cx="1733751" cy="3947450"/>
          </a:xfrm>
          <a:prstGeom prst="rect">
            <a:avLst/>
          </a:prstGeom>
          <a:noFill/>
          <a:ln>
            <a:noFill/>
          </a:ln>
        </p:spPr>
      </p:pic>
      <p:pic>
        <p:nvPicPr>
          <p:cNvPr id="23" name="Google Shape;23;p3"/>
          <p:cNvPicPr preferRelativeResize="0"/>
          <p:nvPr/>
        </p:nvPicPr>
        <p:blipFill>
          <a:blip r:embed="rId5">
            <a:alphaModFix/>
          </a:blip>
          <a:stretch>
            <a:fillRect/>
          </a:stretch>
        </p:blipFill>
        <p:spPr>
          <a:xfrm>
            <a:off x="7081725" y="3219301"/>
            <a:ext cx="1840875" cy="1700025"/>
          </a:xfrm>
          <a:prstGeom prst="rect">
            <a:avLst/>
          </a:prstGeom>
          <a:noFill/>
          <a:ln>
            <a:noFill/>
          </a:ln>
        </p:spPr>
      </p:pic>
      <p:pic>
        <p:nvPicPr>
          <p:cNvPr id="24" name="Google Shape;24;p3"/>
          <p:cNvPicPr preferRelativeResize="0"/>
          <p:nvPr/>
        </p:nvPicPr>
        <p:blipFill>
          <a:blip r:embed="rId6">
            <a:alphaModFix/>
          </a:blip>
          <a:stretch>
            <a:fillRect/>
          </a:stretch>
        </p:blipFill>
        <p:spPr>
          <a:xfrm>
            <a:off x="7304126" y="609717"/>
            <a:ext cx="2386824" cy="4381382"/>
          </a:xfrm>
          <a:prstGeom prst="rect">
            <a:avLst/>
          </a:prstGeom>
          <a:noFill/>
          <a:ln>
            <a:noFill/>
          </a:ln>
        </p:spPr>
      </p:pic>
      <p:pic>
        <p:nvPicPr>
          <p:cNvPr id="25" name="Google Shape;25;p3"/>
          <p:cNvPicPr preferRelativeResize="0"/>
          <p:nvPr/>
        </p:nvPicPr>
        <p:blipFill rotWithShape="1">
          <a:blip r:embed="rId4">
            <a:alphaModFix/>
          </a:blip>
          <a:srcRect b="0" l="0" r="0" t="0"/>
          <a:stretch/>
        </p:blipFill>
        <p:spPr>
          <a:xfrm rot="-1639246">
            <a:off x="6379675" y="-1850875"/>
            <a:ext cx="1733751" cy="3947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713225" y="1187600"/>
            <a:ext cx="7717500" cy="3416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pic>
        <p:nvPicPr>
          <p:cNvPr id="29" name="Google Shape;29;p4"/>
          <p:cNvPicPr preferRelativeResize="0"/>
          <p:nvPr/>
        </p:nvPicPr>
        <p:blipFill rotWithShape="1">
          <a:blip r:embed="rId2">
            <a:alphaModFix/>
          </a:blip>
          <a:srcRect b="0" l="0" r="0" t="0"/>
          <a:stretch/>
        </p:blipFill>
        <p:spPr>
          <a:xfrm rot="5400000">
            <a:off x="7018400" y="-1769425"/>
            <a:ext cx="1733750" cy="3947449"/>
          </a:xfrm>
          <a:prstGeom prst="rect">
            <a:avLst/>
          </a:prstGeom>
          <a:noFill/>
          <a:ln>
            <a:noFill/>
          </a:ln>
        </p:spPr>
      </p:pic>
      <p:pic>
        <p:nvPicPr>
          <p:cNvPr id="30" name="Google Shape;30;p4"/>
          <p:cNvPicPr preferRelativeResize="0"/>
          <p:nvPr/>
        </p:nvPicPr>
        <p:blipFill rotWithShape="1">
          <a:blip r:embed="rId3">
            <a:alphaModFix/>
          </a:blip>
          <a:srcRect b="0" l="0" r="0" t="0"/>
          <a:stretch/>
        </p:blipFill>
        <p:spPr>
          <a:xfrm rot="5400000">
            <a:off x="-2143088" y="1694737"/>
            <a:ext cx="3538475" cy="2030400"/>
          </a:xfrm>
          <a:prstGeom prst="rect">
            <a:avLst/>
          </a:prstGeom>
          <a:noFill/>
          <a:ln>
            <a:noFill/>
          </a:ln>
        </p:spPr>
      </p:pic>
      <p:pic>
        <p:nvPicPr>
          <p:cNvPr id="31" name="Google Shape;31;p4"/>
          <p:cNvPicPr preferRelativeResize="0"/>
          <p:nvPr/>
        </p:nvPicPr>
        <p:blipFill rotWithShape="1">
          <a:blip r:embed="rId4">
            <a:alphaModFix/>
          </a:blip>
          <a:srcRect b="0" l="0" r="0" t="0"/>
          <a:stretch/>
        </p:blipFill>
        <p:spPr>
          <a:xfrm>
            <a:off x="8430725" y="2721400"/>
            <a:ext cx="1666150" cy="16134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 name="Google Shape;34;p5"/>
          <p:cNvSpPr txBox="1"/>
          <p:nvPr>
            <p:ph idx="1" type="body"/>
          </p:nvPr>
        </p:nvSpPr>
        <p:spPr>
          <a:xfrm>
            <a:off x="783350" y="3405826"/>
            <a:ext cx="3556500" cy="915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35" name="Google Shape;35;p5"/>
          <p:cNvSpPr txBox="1"/>
          <p:nvPr>
            <p:ph idx="2" type="body"/>
          </p:nvPr>
        </p:nvSpPr>
        <p:spPr>
          <a:xfrm>
            <a:off x="4804123" y="3405826"/>
            <a:ext cx="3556500" cy="915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36" name="Google Shape;36;p5"/>
          <p:cNvSpPr txBox="1"/>
          <p:nvPr>
            <p:ph idx="3" type="title"/>
          </p:nvPr>
        </p:nvSpPr>
        <p:spPr>
          <a:xfrm>
            <a:off x="783498" y="2994425"/>
            <a:ext cx="35565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200"/>
              <a:buNone/>
              <a:defRPr sz="2200"/>
            </a:lvl1pPr>
            <a:lvl2pPr lvl="1" rtl="0">
              <a:spcBef>
                <a:spcPts val="0"/>
              </a:spcBef>
              <a:spcAft>
                <a:spcPts val="0"/>
              </a:spcAft>
              <a:buSzPts val="2800"/>
              <a:buNone/>
              <a:defRPr>
                <a:latin typeface="Karla"/>
                <a:ea typeface="Karla"/>
                <a:cs typeface="Karla"/>
                <a:sym typeface="Karla"/>
              </a:defRPr>
            </a:lvl2pPr>
            <a:lvl3pPr lvl="2" rtl="0">
              <a:spcBef>
                <a:spcPts val="0"/>
              </a:spcBef>
              <a:spcAft>
                <a:spcPts val="0"/>
              </a:spcAft>
              <a:buSzPts val="2800"/>
              <a:buNone/>
              <a:defRPr>
                <a:latin typeface="Karla"/>
                <a:ea typeface="Karla"/>
                <a:cs typeface="Karla"/>
                <a:sym typeface="Karla"/>
              </a:defRPr>
            </a:lvl3pPr>
            <a:lvl4pPr lvl="3" rtl="0">
              <a:spcBef>
                <a:spcPts val="0"/>
              </a:spcBef>
              <a:spcAft>
                <a:spcPts val="0"/>
              </a:spcAft>
              <a:buSzPts val="2800"/>
              <a:buNone/>
              <a:defRPr>
                <a:latin typeface="Karla"/>
                <a:ea typeface="Karla"/>
                <a:cs typeface="Karla"/>
                <a:sym typeface="Karla"/>
              </a:defRPr>
            </a:lvl4pPr>
            <a:lvl5pPr lvl="4" rtl="0">
              <a:spcBef>
                <a:spcPts val="0"/>
              </a:spcBef>
              <a:spcAft>
                <a:spcPts val="0"/>
              </a:spcAft>
              <a:buSzPts val="2800"/>
              <a:buNone/>
              <a:defRPr>
                <a:latin typeface="Karla"/>
                <a:ea typeface="Karla"/>
                <a:cs typeface="Karla"/>
                <a:sym typeface="Karla"/>
              </a:defRPr>
            </a:lvl5pPr>
            <a:lvl6pPr lvl="5" rtl="0">
              <a:spcBef>
                <a:spcPts val="0"/>
              </a:spcBef>
              <a:spcAft>
                <a:spcPts val="0"/>
              </a:spcAft>
              <a:buSzPts val="2800"/>
              <a:buNone/>
              <a:defRPr>
                <a:latin typeface="Karla"/>
                <a:ea typeface="Karla"/>
                <a:cs typeface="Karla"/>
                <a:sym typeface="Karla"/>
              </a:defRPr>
            </a:lvl6pPr>
            <a:lvl7pPr lvl="6" rtl="0">
              <a:spcBef>
                <a:spcPts val="0"/>
              </a:spcBef>
              <a:spcAft>
                <a:spcPts val="0"/>
              </a:spcAft>
              <a:buSzPts val="2800"/>
              <a:buNone/>
              <a:defRPr>
                <a:latin typeface="Karla"/>
                <a:ea typeface="Karla"/>
                <a:cs typeface="Karla"/>
                <a:sym typeface="Karla"/>
              </a:defRPr>
            </a:lvl7pPr>
            <a:lvl8pPr lvl="7" rtl="0">
              <a:spcBef>
                <a:spcPts val="0"/>
              </a:spcBef>
              <a:spcAft>
                <a:spcPts val="0"/>
              </a:spcAft>
              <a:buSzPts val="2800"/>
              <a:buNone/>
              <a:defRPr>
                <a:latin typeface="Karla"/>
                <a:ea typeface="Karla"/>
                <a:cs typeface="Karla"/>
                <a:sym typeface="Karla"/>
              </a:defRPr>
            </a:lvl8pPr>
            <a:lvl9pPr lvl="8" rtl="0">
              <a:spcBef>
                <a:spcPts val="0"/>
              </a:spcBef>
              <a:spcAft>
                <a:spcPts val="0"/>
              </a:spcAft>
              <a:buSzPts val="2800"/>
              <a:buNone/>
              <a:defRPr>
                <a:latin typeface="Karla"/>
                <a:ea typeface="Karla"/>
                <a:cs typeface="Karla"/>
                <a:sym typeface="Karla"/>
              </a:defRPr>
            </a:lvl9pPr>
          </a:lstStyle>
          <a:p/>
        </p:txBody>
      </p:sp>
      <p:sp>
        <p:nvSpPr>
          <p:cNvPr id="37" name="Google Shape;37;p5"/>
          <p:cNvSpPr txBox="1"/>
          <p:nvPr>
            <p:ph idx="4" type="title"/>
          </p:nvPr>
        </p:nvSpPr>
        <p:spPr>
          <a:xfrm>
            <a:off x="4804112" y="2994425"/>
            <a:ext cx="35565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200"/>
              <a:buNone/>
              <a:defRPr sz="2200"/>
            </a:lvl1pPr>
            <a:lvl2pPr lvl="1" rtl="0">
              <a:spcBef>
                <a:spcPts val="0"/>
              </a:spcBef>
              <a:spcAft>
                <a:spcPts val="0"/>
              </a:spcAft>
              <a:buSzPts val="2800"/>
              <a:buNone/>
              <a:defRPr>
                <a:latin typeface="Karla"/>
                <a:ea typeface="Karla"/>
                <a:cs typeface="Karla"/>
                <a:sym typeface="Karla"/>
              </a:defRPr>
            </a:lvl2pPr>
            <a:lvl3pPr lvl="2" rtl="0">
              <a:spcBef>
                <a:spcPts val="0"/>
              </a:spcBef>
              <a:spcAft>
                <a:spcPts val="0"/>
              </a:spcAft>
              <a:buSzPts val="2800"/>
              <a:buNone/>
              <a:defRPr>
                <a:latin typeface="Karla"/>
                <a:ea typeface="Karla"/>
                <a:cs typeface="Karla"/>
                <a:sym typeface="Karla"/>
              </a:defRPr>
            </a:lvl3pPr>
            <a:lvl4pPr lvl="3" rtl="0">
              <a:spcBef>
                <a:spcPts val="0"/>
              </a:spcBef>
              <a:spcAft>
                <a:spcPts val="0"/>
              </a:spcAft>
              <a:buSzPts val="2800"/>
              <a:buNone/>
              <a:defRPr>
                <a:latin typeface="Karla"/>
                <a:ea typeface="Karla"/>
                <a:cs typeface="Karla"/>
                <a:sym typeface="Karla"/>
              </a:defRPr>
            </a:lvl4pPr>
            <a:lvl5pPr lvl="4" rtl="0">
              <a:spcBef>
                <a:spcPts val="0"/>
              </a:spcBef>
              <a:spcAft>
                <a:spcPts val="0"/>
              </a:spcAft>
              <a:buSzPts val="2800"/>
              <a:buNone/>
              <a:defRPr>
                <a:latin typeface="Karla"/>
                <a:ea typeface="Karla"/>
                <a:cs typeface="Karla"/>
                <a:sym typeface="Karla"/>
              </a:defRPr>
            </a:lvl5pPr>
            <a:lvl6pPr lvl="5" rtl="0">
              <a:spcBef>
                <a:spcPts val="0"/>
              </a:spcBef>
              <a:spcAft>
                <a:spcPts val="0"/>
              </a:spcAft>
              <a:buSzPts val="2800"/>
              <a:buNone/>
              <a:defRPr>
                <a:latin typeface="Karla"/>
                <a:ea typeface="Karla"/>
                <a:cs typeface="Karla"/>
                <a:sym typeface="Karla"/>
              </a:defRPr>
            </a:lvl6pPr>
            <a:lvl7pPr lvl="6" rtl="0">
              <a:spcBef>
                <a:spcPts val="0"/>
              </a:spcBef>
              <a:spcAft>
                <a:spcPts val="0"/>
              </a:spcAft>
              <a:buSzPts val="2800"/>
              <a:buNone/>
              <a:defRPr>
                <a:latin typeface="Karla"/>
                <a:ea typeface="Karla"/>
                <a:cs typeface="Karla"/>
                <a:sym typeface="Karla"/>
              </a:defRPr>
            </a:lvl7pPr>
            <a:lvl8pPr lvl="7" rtl="0">
              <a:spcBef>
                <a:spcPts val="0"/>
              </a:spcBef>
              <a:spcAft>
                <a:spcPts val="0"/>
              </a:spcAft>
              <a:buSzPts val="2800"/>
              <a:buNone/>
              <a:defRPr>
                <a:latin typeface="Karla"/>
                <a:ea typeface="Karla"/>
                <a:cs typeface="Karla"/>
                <a:sym typeface="Karla"/>
              </a:defRPr>
            </a:lvl8pPr>
            <a:lvl9pPr lvl="8" rtl="0">
              <a:spcBef>
                <a:spcPts val="0"/>
              </a:spcBef>
              <a:spcAft>
                <a:spcPts val="0"/>
              </a:spcAft>
              <a:buSzPts val="2800"/>
              <a:buNone/>
              <a:defRPr>
                <a:latin typeface="Karla"/>
                <a:ea typeface="Karla"/>
                <a:cs typeface="Karla"/>
                <a:sym typeface="Karla"/>
              </a:defRPr>
            </a:lvl9pPr>
          </a:lstStyle>
          <a:p/>
        </p:txBody>
      </p:sp>
      <p:pic>
        <p:nvPicPr>
          <p:cNvPr id="38" name="Google Shape;38;p5"/>
          <p:cNvPicPr preferRelativeResize="0"/>
          <p:nvPr/>
        </p:nvPicPr>
        <p:blipFill rotWithShape="1">
          <a:blip r:embed="rId2">
            <a:alphaModFix/>
          </a:blip>
          <a:srcRect b="0" l="0" r="0" t="0"/>
          <a:stretch/>
        </p:blipFill>
        <p:spPr>
          <a:xfrm rot="5400000">
            <a:off x="3883875" y="3124800"/>
            <a:ext cx="2192100" cy="4991050"/>
          </a:xfrm>
          <a:prstGeom prst="rect">
            <a:avLst/>
          </a:prstGeom>
          <a:noFill/>
          <a:ln>
            <a:noFill/>
          </a:ln>
        </p:spPr>
      </p:pic>
      <p:pic>
        <p:nvPicPr>
          <p:cNvPr id="39" name="Google Shape;39;p5"/>
          <p:cNvPicPr preferRelativeResize="0"/>
          <p:nvPr/>
        </p:nvPicPr>
        <p:blipFill>
          <a:blip r:embed="rId3">
            <a:alphaModFix/>
          </a:blip>
          <a:stretch>
            <a:fillRect/>
          </a:stretch>
        </p:blipFill>
        <p:spPr>
          <a:xfrm rot="-1650512">
            <a:off x="-592450" y="1481750"/>
            <a:ext cx="1730375" cy="1597974"/>
          </a:xfrm>
          <a:prstGeom prst="rect">
            <a:avLst/>
          </a:prstGeom>
          <a:noFill/>
          <a:ln>
            <a:noFill/>
          </a:ln>
        </p:spPr>
      </p:pic>
      <p:pic>
        <p:nvPicPr>
          <p:cNvPr id="40" name="Google Shape;40;p5"/>
          <p:cNvPicPr preferRelativeResize="0"/>
          <p:nvPr/>
        </p:nvPicPr>
        <p:blipFill rotWithShape="1">
          <a:blip r:embed="rId4">
            <a:alphaModFix/>
          </a:blip>
          <a:srcRect b="0" l="0" r="0" t="0"/>
          <a:stretch/>
        </p:blipFill>
        <p:spPr>
          <a:xfrm rot="-1498519">
            <a:off x="-1548411" y="388075"/>
            <a:ext cx="3031283" cy="2173351"/>
          </a:xfrm>
          <a:prstGeom prst="rect">
            <a:avLst/>
          </a:prstGeom>
          <a:noFill/>
          <a:ln>
            <a:noFill/>
          </a:ln>
        </p:spPr>
      </p:pic>
      <p:pic>
        <p:nvPicPr>
          <p:cNvPr id="41" name="Google Shape;41;p5"/>
          <p:cNvPicPr preferRelativeResize="0"/>
          <p:nvPr/>
        </p:nvPicPr>
        <p:blipFill rotWithShape="1">
          <a:blip r:embed="rId5">
            <a:alphaModFix/>
          </a:blip>
          <a:srcRect b="0" l="0" r="0" t="0"/>
          <a:stretch/>
        </p:blipFill>
        <p:spPr>
          <a:xfrm rot="5400000">
            <a:off x="7725325" y="598500"/>
            <a:ext cx="2131150" cy="16533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6"/>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 name="Google Shape;44;p6"/>
          <p:cNvPicPr preferRelativeResize="0"/>
          <p:nvPr/>
        </p:nvPicPr>
        <p:blipFill>
          <a:blip r:embed="rId2">
            <a:alphaModFix/>
          </a:blip>
          <a:stretch>
            <a:fillRect/>
          </a:stretch>
        </p:blipFill>
        <p:spPr>
          <a:xfrm rot="7597377">
            <a:off x="-1389774" y="772793"/>
            <a:ext cx="2386824" cy="4381382"/>
          </a:xfrm>
          <a:prstGeom prst="rect">
            <a:avLst/>
          </a:prstGeom>
          <a:noFill/>
          <a:ln>
            <a:noFill/>
          </a:ln>
        </p:spPr>
      </p:pic>
      <p:pic>
        <p:nvPicPr>
          <p:cNvPr id="45" name="Google Shape;45;p6"/>
          <p:cNvPicPr preferRelativeResize="0"/>
          <p:nvPr/>
        </p:nvPicPr>
        <p:blipFill rotWithShape="1">
          <a:blip r:embed="rId3">
            <a:alphaModFix/>
          </a:blip>
          <a:srcRect b="0" l="0" r="0" t="0"/>
          <a:stretch/>
        </p:blipFill>
        <p:spPr>
          <a:xfrm rot="-5400000">
            <a:off x="531525" y="-1746625"/>
            <a:ext cx="1446050" cy="3292450"/>
          </a:xfrm>
          <a:prstGeom prst="rect">
            <a:avLst/>
          </a:prstGeom>
          <a:noFill/>
          <a:ln>
            <a:noFill/>
          </a:ln>
        </p:spPr>
      </p:pic>
      <p:pic>
        <p:nvPicPr>
          <p:cNvPr id="46" name="Google Shape;46;p6"/>
          <p:cNvPicPr preferRelativeResize="0"/>
          <p:nvPr/>
        </p:nvPicPr>
        <p:blipFill>
          <a:blip r:embed="rId4">
            <a:alphaModFix/>
          </a:blip>
          <a:stretch>
            <a:fillRect/>
          </a:stretch>
        </p:blipFill>
        <p:spPr>
          <a:xfrm>
            <a:off x="8180900" y="-333175"/>
            <a:ext cx="1730375" cy="15979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txBox="1"/>
          <p:nvPr>
            <p:ph type="title"/>
          </p:nvPr>
        </p:nvSpPr>
        <p:spPr>
          <a:xfrm>
            <a:off x="4222625" y="1553350"/>
            <a:ext cx="4046400" cy="6018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9" name="Google Shape;49;p7"/>
          <p:cNvSpPr txBox="1"/>
          <p:nvPr>
            <p:ph idx="1" type="body"/>
          </p:nvPr>
        </p:nvSpPr>
        <p:spPr>
          <a:xfrm>
            <a:off x="4222625" y="2214132"/>
            <a:ext cx="4046400" cy="1434900"/>
          </a:xfrm>
          <a:prstGeom prst="rect">
            <a:avLst/>
          </a:prstGeom>
        </p:spPr>
        <p:txBody>
          <a:bodyPr anchorCtr="0" anchor="t" bIns="91425" lIns="91425" spcFirstLastPara="1" rIns="91425" wrap="square" tIns="91425">
            <a:noAutofit/>
          </a:bodyPr>
          <a:lstStyle>
            <a:lvl1pPr indent="-304800" lvl="0" marL="457200" rtl="0" algn="ctr">
              <a:spcBef>
                <a:spcPts val="0"/>
              </a:spcBef>
              <a:spcAft>
                <a:spcPts val="0"/>
              </a:spcAft>
              <a:buSzPts val="1200"/>
              <a:buChar char="●"/>
              <a:defRPr/>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50" name="Google Shape;50;p7"/>
          <p:cNvPicPr preferRelativeResize="0"/>
          <p:nvPr/>
        </p:nvPicPr>
        <p:blipFill rotWithShape="1">
          <a:blip r:embed="rId2">
            <a:alphaModFix/>
          </a:blip>
          <a:srcRect b="0" l="0" r="0" t="0"/>
          <a:stretch/>
        </p:blipFill>
        <p:spPr>
          <a:xfrm rot="3883291">
            <a:off x="6999497" y="-193181"/>
            <a:ext cx="2569104" cy="1474162"/>
          </a:xfrm>
          <a:prstGeom prst="rect">
            <a:avLst/>
          </a:prstGeom>
          <a:noFill/>
          <a:ln>
            <a:noFill/>
          </a:ln>
        </p:spPr>
      </p:pic>
      <p:pic>
        <p:nvPicPr>
          <p:cNvPr id="51" name="Google Shape;51;p7"/>
          <p:cNvPicPr preferRelativeResize="0"/>
          <p:nvPr/>
        </p:nvPicPr>
        <p:blipFill>
          <a:blip r:embed="rId3">
            <a:alphaModFix/>
          </a:blip>
          <a:stretch>
            <a:fillRect/>
          </a:stretch>
        </p:blipFill>
        <p:spPr>
          <a:xfrm>
            <a:off x="6784500" y="3985688"/>
            <a:ext cx="1840875" cy="1700025"/>
          </a:xfrm>
          <a:prstGeom prst="rect">
            <a:avLst/>
          </a:prstGeom>
          <a:noFill/>
          <a:ln>
            <a:noFill/>
          </a:ln>
        </p:spPr>
      </p:pic>
      <p:pic>
        <p:nvPicPr>
          <p:cNvPr id="52" name="Google Shape;52;p7"/>
          <p:cNvPicPr preferRelativeResize="0"/>
          <p:nvPr/>
        </p:nvPicPr>
        <p:blipFill rotWithShape="1">
          <a:blip r:embed="rId4">
            <a:alphaModFix/>
          </a:blip>
          <a:srcRect b="0" l="0" r="0" t="0"/>
          <a:stretch/>
        </p:blipFill>
        <p:spPr>
          <a:xfrm>
            <a:off x="588938" y="-168258"/>
            <a:ext cx="1840875" cy="1782665"/>
          </a:xfrm>
          <a:prstGeom prst="rect">
            <a:avLst/>
          </a:prstGeom>
          <a:noFill/>
          <a:ln>
            <a:noFill/>
          </a:ln>
        </p:spPr>
      </p:pic>
      <p:pic>
        <p:nvPicPr>
          <p:cNvPr id="53" name="Google Shape;53;p7"/>
          <p:cNvPicPr preferRelativeResize="0"/>
          <p:nvPr/>
        </p:nvPicPr>
        <p:blipFill>
          <a:blip r:embed="rId5">
            <a:alphaModFix/>
          </a:blip>
          <a:stretch>
            <a:fillRect/>
          </a:stretch>
        </p:blipFill>
        <p:spPr>
          <a:xfrm>
            <a:off x="175576" y="-881358"/>
            <a:ext cx="2386824" cy="438138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8"/>
          <p:cNvSpPr txBox="1"/>
          <p:nvPr>
            <p:ph type="title"/>
          </p:nvPr>
        </p:nvSpPr>
        <p:spPr>
          <a:xfrm>
            <a:off x="2510100" y="1428750"/>
            <a:ext cx="4123800" cy="22860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pic>
        <p:nvPicPr>
          <p:cNvPr id="56" name="Google Shape;56;p8"/>
          <p:cNvPicPr preferRelativeResize="0"/>
          <p:nvPr/>
        </p:nvPicPr>
        <p:blipFill>
          <a:blip r:embed="rId2">
            <a:alphaModFix/>
          </a:blip>
          <a:stretch>
            <a:fillRect/>
          </a:stretch>
        </p:blipFill>
        <p:spPr>
          <a:xfrm rot="5400000">
            <a:off x="4841551" y="-1829283"/>
            <a:ext cx="2386824" cy="4381382"/>
          </a:xfrm>
          <a:prstGeom prst="rect">
            <a:avLst/>
          </a:prstGeom>
          <a:noFill/>
          <a:ln>
            <a:noFill/>
          </a:ln>
        </p:spPr>
      </p:pic>
      <p:pic>
        <p:nvPicPr>
          <p:cNvPr id="57" name="Google Shape;57;p8"/>
          <p:cNvPicPr preferRelativeResize="0"/>
          <p:nvPr/>
        </p:nvPicPr>
        <p:blipFill rotWithShape="1">
          <a:blip r:embed="rId3">
            <a:alphaModFix/>
          </a:blip>
          <a:srcRect b="0" l="0" r="0" t="0"/>
          <a:stretch/>
        </p:blipFill>
        <p:spPr>
          <a:xfrm rot="-665181">
            <a:off x="3700" y="-621650"/>
            <a:ext cx="1924050" cy="4667250"/>
          </a:xfrm>
          <a:prstGeom prst="rect">
            <a:avLst/>
          </a:prstGeom>
          <a:noFill/>
          <a:ln>
            <a:noFill/>
          </a:ln>
        </p:spPr>
      </p:pic>
      <p:pic>
        <p:nvPicPr>
          <p:cNvPr id="58" name="Google Shape;58;p8"/>
          <p:cNvPicPr preferRelativeResize="0"/>
          <p:nvPr/>
        </p:nvPicPr>
        <p:blipFill rotWithShape="1">
          <a:blip r:embed="rId4">
            <a:alphaModFix/>
          </a:blip>
          <a:srcRect b="0" l="0" r="0" t="0"/>
          <a:stretch/>
        </p:blipFill>
        <p:spPr>
          <a:xfrm rot="-1639250">
            <a:off x="563096" y="1270047"/>
            <a:ext cx="2002458" cy="4559255"/>
          </a:xfrm>
          <a:prstGeom prst="rect">
            <a:avLst/>
          </a:prstGeom>
          <a:noFill/>
          <a:ln>
            <a:noFill/>
          </a:ln>
        </p:spPr>
      </p:pic>
      <p:pic>
        <p:nvPicPr>
          <p:cNvPr id="59" name="Google Shape;59;p8"/>
          <p:cNvPicPr preferRelativeResize="0"/>
          <p:nvPr/>
        </p:nvPicPr>
        <p:blipFill rotWithShape="1">
          <a:blip r:embed="rId5">
            <a:alphaModFix/>
          </a:blip>
          <a:srcRect b="0" l="0" r="0" t="0"/>
          <a:stretch/>
        </p:blipFill>
        <p:spPr>
          <a:xfrm rot="1940574">
            <a:off x="7146222" y="3226169"/>
            <a:ext cx="2569104" cy="1474162"/>
          </a:xfrm>
          <a:prstGeom prst="rect">
            <a:avLst/>
          </a:prstGeom>
          <a:noFill/>
          <a:ln>
            <a:noFill/>
          </a:ln>
        </p:spPr>
      </p:pic>
      <p:pic>
        <p:nvPicPr>
          <p:cNvPr id="60" name="Google Shape;60;p8"/>
          <p:cNvPicPr preferRelativeResize="0"/>
          <p:nvPr/>
        </p:nvPicPr>
        <p:blipFill rotWithShape="1">
          <a:blip r:embed="rId6">
            <a:alphaModFix/>
          </a:blip>
          <a:srcRect b="0" l="0" r="0" t="0"/>
          <a:stretch/>
        </p:blipFill>
        <p:spPr>
          <a:xfrm rot="5400000">
            <a:off x="6687250" y="3507625"/>
            <a:ext cx="1393300" cy="13492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txBox="1"/>
          <p:nvPr>
            <p:ph type="title"/>
          </p:nvPr>
        </p:nvSpPr>
        <p:spPr>
          <a:xfrm>
            <a:off x="2683650" y="1533327"/>
            <a:ext cx="3776700" cy="649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3" name="Google Shape;63;p9"/>
          <p:cNvSpPr txBox="1"/>
          <p:nvPr>
            <p:ph idx="1" type="subTitle"/>
          </p:nvPr>
        </p:nvSpPr>
        <p:spPr>
          <a:xfrm>
            <a:off x="2683500" y="2353900"/>
            <a:ext cx="3777000" cy="143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pic>
        <p:nvPicPr>
          <p:cNvPr id="64" name="Google Shape;64;p9"/>
          <p:cNvPicPr preferRelativeResize="0"/>
          <p:nvPr/>
        </p:nvPicPr>
        <p:blipFill rotWithShape="1">
          <a:blip r:embed="rId2">
            <a:alphaModFix/>
          </a:blip>
          <a:srcRect b="0" l="0" r="0" t="0"/>
          <a:stretch/>
        </p:blipFill>
        <p:spPr>
          <a:xfrm rot="3905281">
            <a:off x="1835275" y="-2291450"/>
            <a:ext cx="1924050" cy="4667250"/>
          </a:xfrm>
          <a:prstGeom prst="rect">
            <a:avLst/>
          </a:prstGeom>
          <a:noFill/>
          <a:ln>
            <a:noFill/>
          </a:ln>
        </p:spPr>
      </p:pic>
      <p:pic>
        <p:nvPicPr>
          <p:cNvPr id="65" name="Google Shape;65;p9"/>
          <p:cNvPicPr preferRelativeResize="0"/>
          <p:nvPr/>
        </p:nvPicPr>
        <p:blipFill rotWithShape="1">
          <a:blip r:embed="rId3">
            <a:alphaModFix/>
          </a:blip>
          <a:srcRect b="0" l="0" r="0" t="0"/>
          <a:stretch/>
        </p:blipFill>
        <p:spPr>
          <a:xfrm rot="-1">
            <a:off x="618850" y="-1483600"/>
            <a:ext cx="3810950" cy="2732349"/>
          </a:xfrm>
          <a:prstGeom prst="rect">
            <a:avLst/>
          </a:prstGeom>
          <a:noFill/>
          <a:ln>
            <a:noFill/>
          </a:ln>
        </p:spPr>
      </p:pic>
      <p:pic>
        <p:nvPicPr>
          <p:cNvPr id="66" name="Google Shape;66;p9"/>
          <p:cNvPicPr preferRelativeResize="0"/>
          <p:nvPr/>
        </p:nvPicPr>
        <p:blipFill rotWithShape="1">
          <a:blip r:embed="rId4">
            <a:alphaModFix/>
          </a:blip>
          <a:srcRect b="0" l="0" r="0" t="0"/>
          <a:stretch/>
        </p:blipFill>
        <p:spPr>
          <a:xfrm rot="-3282886">
            <a:off x="790253" y="2486470"/>
            <a:ext cx="1774245" cy="4039661"/>
          </a:xfrm>
          <a:prstGeom prst="rect">
            <a:avLst/>
          </a:prstGeom>
          <a:noFill/>
          <a:ln>
            <a:noFill/>
          </a:ln>
        </p:spPr>
      </p:pic>
      <p:pic>
        <p:nvPicPr>
          <p:cNvPr id="67" name="Google Shape;67;p9"/>
          <p:cNvPicPr preferRelativeResize="0"/>
          <p:nvPr/>
        </p:nvPicPr>
        <p:blipFill rotWithShape="1">
          <a:blip r:embed="rId5">
            <a:alphaModFix/>
          </a:blip>
          <a:srcRect b="0" l="0" r="0" t="0"/>
          <a:stretch/>
        </p:blipFill>
        <p:spPr>
          <a:xfrm rot="10800000">
            <a:off x="7253475" y="3556568"/>
            <a:ext cx="2504350" cy="1437030"/>
          </a:xfrm>
          <a:prstGeom prst="rect">
            <a:avLst/>
          </a:prstGeom>
          <a:noFill/>
          <a:ln>
            <a:noFill/>
          </a:ln>
        </p:spPr>
      </p:pic>
      <p:pic>
        <p:nvPicPr>
          <p:cNvPr id="68" name="Google Shape;68;p9"/>
          <p:cNvPicPr preferRelativeResize="0"/>
          <p:nvPr/>
        </p:nvPicPr>
        <p:blipFill rotWithShape="1">
          <a:blip r:embed="rId6">
            <a:alphaModFix/>
          </a:blip>
          <a:srcRect b="0" l="0" r="0" t="0"/>
          <a:stretch/>
        </p:blipFill>
        <p:spPr>
          <a:xfrm rot="4511836">
            <a:off x="7354915" y="2408773"/>
            <a:ext cx="1697478" cy="16438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sp>
        <p:nvSpPr>
          <p:cNvPr id="70" name="Google Shape;70;p10"/>
          <p:cNvSpPr txBox="1"/>
          <p:nvPr>
            <p:ph type="title"/>
          </p:nvPr>
        </p:nvSpPr>
        <p:spPr>
          <a:xfrm>
            <a:off x="713225" y="2423575"/>
            <a:ext cx="2574900" cy="2028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1"/>
          <p:cNvSpPr txBox="1"/>
          <p:nvPr>
            <p:ph hasCustomPrompt="1" type="title"/>
          </p:nvPr>
        </p:nvSpPr>
        <p:spPr>
          <a:xfrm>
            <a:off x="1763725" y="1623625"/>
            <a:ext cx="5616600" cy="1406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0"/>
              <a:buNone/>
              <a:defRPr sz="9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3" name="Google Shape;73;p11"/>
          <p:cNvSpPr txBox="1"/>
          <p:nvPr>
            <p:ph idx="1" type="body"/>
          </p:nvPr>
        </p:nvSpPr>
        <p:spPr>
          <a:xfrm>
            <a:off x="1763725" y="3115134"/>
            <a:ext cx="5616600" cy="4896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SzPts val="1600"/>
              <a:buChar char="●"/>
              <a:defRPr/>
            </a:lvl1pPr>
            <a:lvl2pPr indent="-330200" lvl="1" marL="914400" rtl="0" algn="ctr">
              <a:spcBef>
                <a:spcPts val="0"/>
              </a:spcBef>
              <a:spcAft>
                <a:spcPts val="0"/>
              </a:spcAft>
              <a:buSzPts val="1600"/>
              <a:buChar char="○"/>
              <a:defRPr/>
            </a:lvl2pPr>
            <a:lvl3pPr indent="-330200" lvl="2" marL="1371600" rtl="0" algn="ctr">
              <a:spcBef>
                <a:spcPts val="0"/>
              </a:spcBef>
              <a:spcAft>
                <a:spcPts val="0"/>
              </a:spcAft>
              <a:buSzPts val="1600"/>
              <a:buChar char="■"/>
              <a:defRPr/>
            </a:lvl3pPr>
            <a:lvl4pPr indent="-330200" lvl="3" marL="1828800" rtl="0" algn="ctr">
              <a:spcBef>
                <a:spcPts val="0"/>
              </a:spcBef>
              <a:spcAft>
                <a:spcPts val="0"/>
              </a:spcAft>
              <a:buSzPts val="1600"/>
              <a:buChar char="●"/>
              <a:defRPr/>
            </a:lvl4pPr>
            <a:lvl5pPr indent="-330200" lvl="4" marL="2286000" rtl="0" algn="ctr">
              <a:spcBef>
                <a:spcPts val="0"/>
              </a:spcBef>
              <a:spcAft>
                <a:spcPts val="0"/>
              </a:spcAft>
              <a:buSzPts val="1600"/>
              <a:buChar char="○"/>
              <a:defRPr/>
            </a:lvl5pPr>
            <a:lvl6pPr indent="-330200" lvl="5" marL="2743200" rtl="0" algn="ctr">
              <a:spcBef>
                <a:spcPts val="0"/>
              </a:spcBef>
              <a:spcAft>
                <a:spcPts val="0"/>
              </a:spcAft>
              <a:buSzPts val="1600"/>
              <a:buChar char="■"/>
              <a:defRPr/>
            </a:lvl6pPr>
            <a:lvl7pPr indent="-330200" lvl="6" marL="3200400" rtl="0" algn="ctr">
              <a:spcBef>
                <a:spcPts val="0"/>
              </a:spcBef>
              <a:spcAft>
                <a:spcPts val="0"/>
              </a:spcAft>
              <a:buSzPts val="1600"/>
              <a:buChar char="●"/>
              <a:defRPr/>
            </a:lvl7pPr>
            <a:lvl8pPr indent="-330200" lvl="7" marL="3657600" rtl="0" algn="ctr">
              <a:spcBef>
                <a:spcPts val="0"/>
              </a:spcBef>
              <a:spcAft>
                <a:spcPts val="0"/>
              </a:spcAft>
              <a:buSzPts val="1600"/>
              <a:buChar char="○"/>
              <a:defRPr/>
            </a:lvl8pPr>
            <a:lvl9pPr indent="-330200" lvl="8" marL="4114800" rtl="0" algn="ctr">
              <a:spcBef>
                <a:spcPts val="0"/>
              </a:spcBef>
              <a:spcAft>
                <a:spcPts val="0"/>
              </a:spcAft>
              <a:buSzPts val="1600"/>
              <a:buChar char="■"/>
              <a:defRPr/>
            </a:lvl9pPr>
          </a:lstStyle>
          <a:p/>
        </p:txBody>
      </p:sp>
      <p:pic>
        <p:nvPicPr>
          <p:cNvPr id="74" name="Google Shape;74;p11"/>
          <p:cNvPicPr preferRelativeResize="0"/>
          <p:nvPr/>
        </p:nvPicPr>
        <p:blipFill rotWithShape="1">
          <a:blip r:embed="rId2">
            <a:alphaModFix/>
          </a:blip>
          <a:srcRect b="0" l="0" r="0" t="0"/>
          <a:stretch/>
        </p:blipFill>
        <p:spPr>
          <a:xfrm rot="5400000">
            <a:off x="4921375" y="-318275"/>
            <a:ext cx="1393300" cy="1349250"/>
          </a:xfrm>
          <a:prstGeom prst="rect">
            <a:avLst/>
          </a:prstGeom>
          <a:noFill/>
          <a:ln>
            <a:noFill/>
          </a:ln>
        </p:spPr>
      </p:pic>
      <p:pic>
        <p:nvPicPr>
          <p:cNvPr id="75" name="Google Shape;75;p11"/>
          <p:cNvPicPr preferRelativeResize="0"/>
          <p:nvPr/>
        </p:nvPicPr>
        <p:blipFill>
          <a:blip r:embed="rId3">
            <a:alphaModFix/>
          </a:blip>
          <a:stretch>
            <a:fillRect/>
          </a:stretch>
        </p:blipFill>
        <p:spPr>
          <a:xfrm rot="-5400000">
            <a:off x="49275" y="2964150"/>
            <a:ext cx="1840875" cy="1700025"/>
          </a:xfrm>
          <a:prstGeom prst="rect">
            <a:avLst/>
          </a:prstGeom>
          <a:noFill/>
          <a:ln>
            <a:noFill/>
          </a:ln>
        </p:spPr>
      </p:pic>
      <p:pic>
        <p:nvPicPr>
          <p:cNvPr id="76" name="Google Shape;76;p11"/>
          <p:cNvPicPr preferRelativeResize="0"/>
          <p:nvPr/>
        </p:nvPicPr>
        <p:blipFill rotWithShape="1">
          <a:blip r:embed="rId4">
            <a:alphaModFix/>
          </a:blip>
          <a:srcRect b="0" l="0" r="0" t="0"/>
          <a:stretch/>
        </p:blipFill>
        <p:spPr>
          <a:xfrm rot="530805">
            <a:off x="7413023" y="1140648"/>
            <a:ext cx="1572004" cy="3813303"/>
          </a:xfrm>
          <a:prstGeom prst="rect">
            <a:avLst/>
          </a:prstGeom>
          <a:noFill/>
          <a:ln>
            <a:noFill/>
          </a:ln>
        </p:spPr>
      </p:pic>
      <p:pic>
        <p:nvPicPr>
          <p:cNvPr id="77" name="Google Shape;77;p11"/>
          <p:cNvPicPr preferRelativeResize="0"/>
          <p:nvPr/>
        </p:nvPicPr>
        <p:blipFill rotWithShape="1">
          <a:blip r:embed="rId5">
            <a:alphaModFix/>
          </a:blip>
          <a:srcRect b="0" l="0" r="0" t="0"/>
          <a:stretch/>
        </p:blipFill>
        <p:spPr>
          <a:xfrm flipH="1">
            <a:off x="119700" y="3236551"/>
            <a:ext cx="1572000" cy="2036650"/>
          </a:xfrm>
          <a:prstGeom prst="rect">
            <a:avLst/>
          </a:prstGeom>
          <a:noFill/>
          <a:ln>
            <a:noFill/>
          </a:ln>
        </p:spPr>
      </p:pic>
      <p:pic>
        <p:nvPicPr>
          <p:cNvPr id="78" name="Google Shape;78;p11"/>
          <p:cNvPicPr preferRelativeResize="0"/>
          <p:nvPr/>
        </p:nvPicPr>
        <p:blipFill rotWithShape="1">
          <a:blip r:embed="rId6">
            <a:alphaModFix/>
          </a:blip>
          <a:srcRect b="0" l="0" r="0" t="0"/>
          <a:stretch/>
        </p:blipFill>
        <p:spPr>
          <a:xfrm rot="10800000">
            <a:off x="3243911" y="-457212"/>
            <a:ext cx="2372929" cy="1840875"/>
          </a:xfrm>
          <a:prstGeom prst="rect">
            <a:avLst/>
          </a:prstGeom>
          <a:noFill/>
          <a:ln>
            <a:noFill/>
          </a:ln>
        </p:spPr>
      </p:pic>
      <p:pic>
        <p:nvPicPr>
          <p:cNvPr id="79" name="Google Shape;79;p11"/>
          <p:cNvPicPr preferRelativeResize="0"/>
          <p:nvPr/>
        </p:nvPicPr>
        <p:blipFill rotWithShape="1">
          <a:blip r:embed="rId7">
            <a:alphaModFix/>
          </a:blip>
          <a:srcRect b="0" l="0" r="0" t="0"/>
          <a:stretch/>
        </p:blipFill>
        <p:spPr>
          <a:xfrm rot="-5400008">
            <a:off x="6656995" y="2324373"/>
            <a:ext cx="2002458" cy="455925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81" name="Shape 81"/>
        <p:cNvGrpSpPr/>
        <p:nvPr/>
      </p:nvGrpSpPr>
      <p:grpSpPr>
        <a:xfrm>
          <a:off x="0" y="0"/>
          <a:ext cx="0" cy="0"/>
          <a:chOff x="0" y="0"/>
          <a:chExt cx="0" cy="0"/>
        </a:xfrm>
      </p:grpSpPr>
      <p:sp>
        <p:nvSpPr>
          <p:cNvPr id="82" name="Google Shape;82;p13"/>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3"/>
          <p:cNvSpPr txBox="1"/>
          <p:nvPr>
            <p:ph hasCustomPrompt="1" idx="2" type="title"/>
          </p:nvPr>
        </p:nvSpPr>
        <p:spPr>
          <a:xfrm>
            <a:off x="1002325" y="1180055"/>
            <a:ext cx="19365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84" name="Google Shape;84;p13"/>
          <p:cNvSpPr txBox="1"/>
          <p:nvPr>
            <p:ph idx="3" type="title"/>
          </p:nvPr>
        </p:nvSpPr>
        <p:spPr>
          <a:xfrm>
            <a:off x="713225" y="1825998"/>
            <a:ext cx="2514900" cy="38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3"/>
          <p:cNvSpPr txBox="1"/>
          <p:nvPr>
            <p:ph idx="1" type="subTitle"/>
          </p:nvPr>
        </p:nvSpPr>
        <p:spPr>
          <a:xfrm>
            <a:off x="713225" y="2182181"/>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86" name="Google Shape;86;p13"/>
          <p:cNvSpPr txBox="1"/>
          <p:nvPr>
            <p:ph hasCustomPrompt="1" idx="4" type="title"/>
          </p:nvPr>
        </p:nvSpPr>
        <p:spPr>
          <a:xfrm>
            <a:off x="3603686" y="1180055"/>
            <a:ext cx="19365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87" name="Google Shape;87;p13"/>
          <p:cNvSpPr txBox="1"/>
          <p:nvPr>
            <p:ph idx="5" type="title"/>
          </p:nvPr>
        </p:nvSpPr>
        <p:spPr>
          <a:xfrm>
            <a:off x="3314587" y="1825998"/>
            <a:ext cx="2514900" cy="38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8" name="Google Shape;88;p13"/>
          <p:cNvSpPr txBox="1"/>
          <p:nvPr>
            <p:ph idx="6" type="subTitle"/>
          </p:nvPr>
        </p:nvSpPr>
        <p:spPr>
          <a:xfrm>
            <a:off x="3314590" y="2182181"/>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89" name="Google Shape;89;p13"/>
          <p:cNvSpPr txBox="1"/>
          <p:nvPr>
            <p:ph hasCustomPrompt="1" idx="7" type="title"/>
          </p:nvPr>
        </p:nvSpPr>
        <p:spPr>
          <a:xfrm>
            <a:off x="6205050" y="1180055"/>
            <a:ext cx="19365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90" name="Google Shape;90;p13"/>
          <p:cNvSpPr txBox="1"/>
          <p:nvPr>
            <p:ph idx="8" type="title"/>
          </p:nvPr>
        </p:nvSpPr>
        <p:spPr>
          <a:xfrm>
            <a:off x="5915950" y="1825999"/>
            <a:ext cx="2514900" cy="38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3"/>
          <p:cNvSpPr txBox="1"/>
          <p:nvPr>
            <p:ph idx="9" type="subTitle"/>
          </p:nvPr>
        </p:nvSpPr>
        <p:spPr>
          <a:xfrm>
            <a:off x="5915954" y="2182182"/>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92" name="Google Shape;92;p13"/>
          <p:cNvSpPr txBox="1"/>
          <p:nvPr>
            <p:ph hasCustomPrompt="1" idx="13" type="title"/>
          </p:nvPr>
        </p:nvSpPr>
        <p:spPr>
          <a:xfrm>
            <a:off x="2303000" y="2961254"/>
            <a:ext cx="19365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93" name="Google Shape;93;p13"/>
          <p:cNvSpPr txBox="1"/>
          <p:nvPr>
            <p:ph idx="14" type="title"/>
          </p:nvPr>
        </p:nvSpPr>
        <p:spPr>
          <a:xfrm>
            <a:off x="2013874" y="3611809"/>
            <a:ext cx="2514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3"/>
          <p:cNvSpPr txBox="1"/>
          <p:nvPr>
            <p:ph idx="15" type="subTitle"/>
          </p:nvPr>
        </p:nvSpPr>
        <p:spPr>
          <a:xfrm>
            <a:off x="2013863" y="3967993"/>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95" name="Google Shape;95;p13"/>
          <p:cNvSpPr txBox="1"/>
          <p:nvPr>
            <p:ph hasCustomPrompt="1" idx="16" type="title"/>
          </p:nvPr>
        </p:nvSpPr>
        <p:spPr>
          <a:xfrm>
            <a:off x="4904284" y="2961254"/>
            <a:ext cx="19368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96" name="Google Shape;96;p13"/>
          <p:cNvSpPr txBox="1"/>
          <p:nvPr>
            <p:ph idx="17" type="title"/>
          </p:nvPr>
        </p:nvSpPr>
        <p:spPr>
          <a:xfrm>
            <a:off x="4615140" y="3611809"/>
            <a:ext cx="2514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3"/>
          <p:cNvSpPr txBox="1"/>
          <p:nvPr>
            <p:ph idx="18" type="subTitle"/>
          </p:nvPr>
        </p:nvSpPr>
        <p:spPr>
          <a:xfrm>
            <a:off x="4615137" y="3967993"/>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98" name="Google Shape;98;p13"/>
          <p:cNvPicPr preferRelativeResize="0"/>
          <p:nvPr/>
        </p:nvPicPr>
        <p:blipFill rotWithShape="1">
          <a:blip r:embed="rId2">
            <a:alphaModFix/>
          </a:blip>
          <a:srcRect b="0" l="0" r="0" t="0"/>
          <a:stretch/>
        </p:blipFill>
        <p:spPr>
          <a:xfrm flipH="1" rot="395882">
            <a:off x="-158200" y="-709517"/>
            <a:ext cx="1572000" cy="3813267"/>
          </a:xfrm>
          <a:prstGeom prst="rect">
            <a:avLst/>
          </a:prstGeom>
          <a:noFill/>
          <a:ln>
            <a:noFill/>
          </a:ln>
        </p:spPr>
      </p:pic>
      <p:pic>
        <p:nvPicPr>
          <p:cNvPr id="99" name="Google Shape;99;p13"/>
          <p:cNvPicPr preferRelativeResize="0"/>
          <p:nvPr/>
        </p:nvPicPr>
        <p:blipFill rotWithShape="1">
          <a:blip r:embed="rId3">
            <a:alphaModFix/>
          </a:blip>
          <a:srcRect b="0" l="0" r="0" t="0"/>
          <a:stretch/>
        </p:blipFill>
        <p:spPr>
          <a:xfrm flipH="1">
            <a:off x="-106925" y="3556777"/>
            <a:ext cx="1187150" cy="1538046"/>
          </a:xfrm>
          <a:prstGeom prst="rect">
            <a:avLst/>
          </a:prstGeom>
          <a:noFill/>
          <a:ln>
            <a:noFill/>
          </a:ln>
        </p:spPr>
      </p:pic>
      <p:pic>
        <p:nvPicPr>
          <p:cNvPr id="100" name="Google Shape;100;p13"/>
          <p:cNvPicPr preferRelativeResize="0"/>
          <p:nvPr/>
        </p:nvPicPr>
        <p:blipFill rotWithShape="1">
          <a:blip r:embed="rId4">
            <a:alphaModFix/>
          </a:blip>
          <a:srcRect b="0" l="0" r="0" t="0"/>
          <a:stretch/>
        </p:blipFill>
        <p:spPr>
          <a:xfrm rot="399011">
            <a:off x="8224735" y="801160"/>
            <a:ext cx="1889979" cy="430318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7">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rot="-5400000">
            <a:off x="-548200" y="3673200"/>
            <a:ext cx="1840875" cy="1700025"/>
          </a:xfrm>
          <a:prstGeom prst="rect">
            <a:avLst/>
          </a:prstGeom>
          <a:noFill/>
          <a:ln>
            <a:noFill/>
          </a:ln>
        </p:spPr>
      </p:pic>
      <p:pic>
        <p:nvPicPr>
          <p:cNvPr id="103" name="Google Shape;103;p14"/>
          <p:cNvPicPr preferRelativeResize="0"/>
          <p:nvPr/>
        </p:nvPicPr>
        <p:blipFill rotWithShape="1">
          <a:blip r:embed="rId3">
            <a:alphaModFix/>
          </a:blip>
          <a:srcRect b="0" l="0" r="0" t="0"/>
          <a:stretch/>
        </p:blipFill>
        <p:spPr>
          <a:xfrm rot="530805">
            <a:off x="7413023" y="1140648"/>
            <a:ext cx="1572004" cy="3813303"/>
          </a:xfrm>
          <a:prstGeom prst="rect">
            <a:avLst/>
          </a:prstGeom>
          <a:noFill/>
          <a:ln>
            <a:noFill/>
          </a:ln>
        </p:spPr>
      </p:pic>
      <p:pic>
        <p:nvPicPr>
          <p:cNvPr id="104" name="Google Shape;104;p14"/>
          <p:cNvPicPr preferRelativeResize="0"/>
          <p:nvPr/>
        </p:nvPicPr>
        <p:blipFill rotWithShape="1">
          <a:blip r:embed="rId4">
            <a:alphaModFix/>
          </a:blip>
          <a:srcRect b="0" l="0" r="0" t="0"/>
          <a:stretch/>
        </p:blipFill>
        <p:spPr>
          <a:xfrm flipH="1">
            <a:off x="-477775" y="3945601"/>
            <a:ext cx="1572000" cy="2036650"/>
          </a:xfrm>
          <a:prstGeom prst="rect">
            <a:avLst/>
          </a:prstGeom>
          <a:noFill/>
          <a:ln>
            <a:noFill/>
          </a:ln>
        </p:spPr>
      </p:pic>
      <p:pic>
        <p:nvPicPr>
          <p:cNvPr id="105" name="Google Shape;105;p14"/>
          <p:cNvPicPr preferRelativeResize="0"/>
          <p:nvPr/>
        </p:nvPicPr>
        <p:blipFill rotWithShape="1">
          <a:blip r:embed="rId5">
            <a:alphaModFix/>
          </a:blip>
          <a:srcRect b="0" l="0" r="0" t="0"/>
          <a:stretch/>
        </p:blipFill>
        <p:spPr>
          <a:xfrm rot="10800000">
            <a:off x="-681239" y="-949837"/>
            <a:ext cx="2372929" cy="1840875"/>
          </a:xfrm>
          <a:prstGeom prst="rect">
            <a:avLst/>
          </a:prstGeom>
          <a:noFill/>
          <a:ln>
            <a:noFill/>
          </a:ln>
        </p:spPr>
      </p:pic>
      <p:sp>
        <p:nvSpPr>
          <p:cNvPr id="106" name="Google Shape;106;p14"/>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7" name="Google Shape;107;p14"/>
          <p:cNvSpPr txBox="1"/>
          <p:nvPr>
            <p:ph hasCustomPrompt="1" idx="2" type="title"/>
          </p:nvPr>
        </p:nvSpPr>
        <p:spPr>
          <a:xfrm>
            <a:off x="1955890" y="1156200"/>
            <a:ext cx="2447100" cy="760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108" name="Google Shape;108;p14"/>
          <p:cNvSpPr txBox="1"/>
          <p:nvPr>
            <p:ph idx="3" type="title"/>
          </p:nvPr>
        </p:nvSpPr>
        <p:spPr>
          <a:xfrm>
            <a:off x="1955890" y="1811680"/>
            <a:ext cx="2447100" cy="389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9" name="Google Shape;109;p14"/>
          <p:cNvSpPr txBox="1"/>
          <p:nvPr>
            <p:ph idx="1" type="subTitle"/>
          </p:nvPr>
        </p:nvSpPr>
        <p:spPr>
          <a:xfrm>
            <a:off x="1955890" y="2182175"/>
            <a:ext cx="2447100" cy="637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0" name="Google Shape;110;p14"/>
          <p:cNvSpPr txBox="1"/>
          <p:nvPr>
            <p:ph hasCustomPrompt="1" idx="4" type="title"/>
          </p:nvPr>
        </p:nvSpPr>
        <p:spPr>
          <a:xfrm>
            <a:off x="4741010" y="1156200"/>
            <a:ext cx="2447100" cy="760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111" name="Google Shape;111;p14"/>
          <p:cNvSpPr txBox="1"/>
          <p:nvPr>
            <p:ph idx="5" type="title"/>
          </p:nvPr>
        </p:nvSpPr>
        <p:spPr>
          <a:xfrm>
            <a:off x="4741010" y="1811680"/>
            <a:ext cx="2447100" cy="389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2" name="Google Shape;112;p14"/>
          <p:cNvSpPr txBox="1"/>
          <p:nvPr>
            <p:ph idx="6" type="subTitle"/>
          </p:nvPr>
        </p:nvSpPr>
        <p:spPr>
          <a:xfrm>
            <a:off x="4741010" y="2182175"/>
            <a:ext cx="2447100" cy="637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3" name="Google Shape;113;p14"/>
          <p:cNvSpPr txBox="1"/>
          <p:nvPr>
            <p:ph hasCustomPrompt="1" idx="7" type="title"/>
          </p:nvPr>
        </p:nvSpPr>
        <p:spPr>
          <a:xfrm>
            <a:off x="1955890" y="2932750"/>
            <a:ext cx="2447100" cy="760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114" name="Google Shape;114;p14"/>
          <p:cNvSpPr txBox="1"/>
          <p:nvPr>
            <p:ph idx="8" type="title"/>
          </p:nvPr>
        </p:nvSpPr>
        <p:spPr>
          <a:xfrm>
            <a:off x="1955890" y="3588231"/>
            <a:ext cx="2447100" cy="389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5" name="Google Shape;115;p14"/>
          <p:cNvSpPr txBox="1"/>
          <p:nvPr>
            <p:ph idx="9" type="subTitle"/>
          </p:nvPr>
        </p:nvSpPr>
        <p:spPr>
          <a:xfrm>
            <a:off x="1955890" y="3958725"/>
            <a:ext cx="2447100" cy="637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6" name="Google Shape;116;p14"/>
          <p:cNvSpPr txBox="1"/>
          <p:nvPr>
            <p:ph hasCustomPrompt="1" idx="13" type="title"/>
          </p:nvPr>
        </p:nvSpPr>
        <p:spPr>
          <a:xfrm>
            <a:off x="4741010" y="2932750"/>
            <a:ext cx="2447100" cy="760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117" name="Google Shape;117;p14"/>
          <p:cNvSpPr txBox="1"/>
          <p:nvPr>
            <p:ph idx="14" type="title"/>
          </p:nvPr>
        </p:nvSpPr>
        <p:spPr>
          <a:xfrm>
            <a:off x="4741010" y="3588230"/>
            <a:ext cx="2447100" cy="389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8" name="Google Shape;118;p14"/>
          <p:cNvSpPr txBox="1"/>
          <p:nvPr>
            <p:ph idx="15" type="subTitle"/>
          </p:nvPr>
        </p:nvSpPr>
        <p:spPr>
          <a:xfrm>
            <a:off x="4741010" y="3958725"/>
            <a:ext cx="2447100" cy="637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8">
    <p:spTree>
      <p:nvGrpSpPr>
        <p:cNvPr id="119" name="Shape 119"/>
        <p:cNvGrpSpPr/>
        <p:nvPr/>
      </p:nvGrpSpPr>
      <p:grpSpPr>
        <a:xfrm>
          <a:off x="0" y="0"/>
          <a:ext cx="0" cy="0"/>
          <a:chOff x="0" y="0"/>
          <a:chExt cx="0" cy="0"/>
        </a:xfrm>
      </p:grpSpPr>
      <p:pic>
        <p:nvPicPr>
          <p:cNvPr id="120" name="Google Shape;120;p15"/>
          <p:cNvPicPr preferRelativeResize="0"/>
          <p:nvPr/>
        </p:nvPicPr>
        <p:blipFill rotWithShape="1">
          <a:blip r:embed="rId2">
            <a:alphaModFix/>
          </a:blip>
          <a:srcRect b="0" l="0" r="0" t="0"/>
          <a:stretch/>
        </p:blipFill>
        <p:spPr>
          <a:xfrm rot="-665181">
            <a:off x="3700" y="-621650"/>
            <a:ext cx="1924050" cy="4667250"/>
          </a:xfrm>
          <a:prstGeom prst="rect">
            <a:avLst/>
          </a:prstGeom>
          <a:noFill/>
          <a:ln>
            <a:noFill/>
          </a:ln>
        </p:spPr>
      </p:pic>
      <p:pic>
        <p:nvPicPr>
          <p:cNvPr id="121" name="Google Shape;121;p15"/>
          <p:cNvPicPr preferRelativeResize="0"/>
          <p:nvPr/>
        </p:nvPicPr>
        <p:blipFill rotWithShape="1">
          <a:blip r:embed="rId3">
            <a:alphaModFix/>
          </a:blip>
          <a:srcRect b="0" l="0" r="0" t="0"/>
          <a:stretch/>
        </p:blipFill>
        <p:spPr>
          <a:xfrm rot="-1639250">
            <a:off x="563096" y="1270047"/>
            <a:ext cx="2002458" cy="4559255"/>
          </a:xfrm>
          <a:prstGeom prst="rect">
            <a:avLst/>
          </a:prstGeom>
          <a:noFill/>
          <a:ln>
            <a:noFill/>
          </a:ln>
        </p:spPr>
      </p:pic>
      <p:pic>
        <p:nvPicPr>
          <p:cNvPr id="122" name="Google Shape;122;p15"/>
          <p:cNvPicPr preferRelativeResize="0"/>
          <p:nvPr/>
        </p:nvPicPr>
        <p:blipFill>
          <a:blip r:embed="rId4">
            <a:alphaModFix/>
          </a:blip>
          <a:stretch>
            <a:fillRect/>
          </a:stretch>
        </p:blipFill>
        <p:spPr>
          <a:xfrm rot="-5400000">
            <a:off x="1727850" y="-460650"/>
            <a:ext cx="1840875" cy="1700025"/>
          </a:xfrm>
          <a:prstGeom prst="rect">
            <a:avLst/>
          </a:prstGeom>
          <a:noFill/>
          <a:ln>
            <a:noFill/>
          </a:ln>
        </p:spPr>
      </p:pic>
      <p:pic>
        <p:nvPicPr>
          <p:cNvPr id="123" name="Google Shape;123;p15"/>
          <p:cNvPicPr preferRelativeResize="0"/>
          <p:nvPr/>
        </p:nvPicPr>
        <p:blipFill rotWithShape="1">
          <a:blip r:embed="rId5">
            <a:alphaModFix/>
          </a:blip>
          <a:srcRect b="0" l="0" r="0" t="0"/>
          <a:stretch/>
        </p:blipFill>
        <p:spPr>
          <a:xfrm flipH="1">
            <a:off x="2026875" y="-188249"/>
            <a:ext cx="1572000" cy="2036650"/>
          </a:xfrm>
          <a:prstGeom prst="rect">
            <a:avLst/>
          </a:prstGeom>
          <a:noFill/>
          <a:ln>
            <a:noFill/>
          </a:ln>
        </p:spPr>
      </p:pic>
      <p:sp>
        <p:nvSpPr>
          <p:cNvPr id="124" name="Google Shape;124;p15"/>
          <p:cNvSpPr txBox="1"/>
          <p:nvPr>
            <p:ph type="title"/>
          </p:nvPr>
        </p:nvSpPr>
        <p:spPr>
          <a:xfrm>
            <a:off x="4654575" y="1442965"/>
            <a:ext cx="3776700" cy="649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200"/>
              <a:buNone/>
              <a:defRPr sz="4200"/>
            </a:lvl1pPr>
            <a:lvl2pPr lvl="1" rtl="0" algn="r">
              <a:spcBef>
                <a:spcPts val="0"/>
              </a:spcBef>
              <a:spcAft>
                <a:spcPts val="0"/>
              </a:spcAft>
              <a:buSzPts val="4200"/>
              <a:buNone/>
              <a:defRPr sz="4200"/>
            </a:lvl2pPr>
            <a:lvl3pPr lvl="2" rtl="0" algn="r">
              <a:spcBef>
                <a:spcPts val="0"/>
              </a:spcBef>
              <a:spcAft>
                <a:spcPts val="0"/>
              </a:spcAft>
              <a:buSzPts val="4200"/>
              <a:buNone/>
              <a:defRPr sz="4200"/>
            </a:lvl3pPr>
            <a:lvl4pPr lvl="3" rtl="0" algn="r">
              <a:spcBef>
                <a:spcPts val="0"/>
              </a:spcBef>
              <a:spcAft>
                <a:spcPts val="0"/>
              </a:spcAft>
              <a:buSzPts val="4200"/>
              <a:buNone/>
              <a:defRPr sz="4200"/>
            </a:lvl4pPr>
            <a:lvl5pPr lvl="4" rtl="0" algn="r">
              <a:spcBef>
                <a:spcPts val="0"/>
              </a:spcBef>
              <a:spcAft>
                <a:spcPts val="0"/>
              </a:spcAft>
              <a:buSzPts val="4200"/>
              <a:buNone/>
              <a:defRPr sz="4200"/>
            </a:lvl5pPr>
            <a:lvl6pPr lvl="5" rtl="0" algn="r">
              <a:spcBef>
                <a:spcPts val="0"/>
              </a:spcBef>
              <a:spcAft>
                <a:spcPts val="0"/>
              </a:spcAft>
              <a:buSzPts val="4200"/>
              <a:buNone/>
              <a:defRPr sz="4200"/>
            </a:lvl6pPr>
            <a:lvl7pPr lvl="6" rtl="0" algn="r">
              <a:spcBef>
                <a:spcPts val="0"/>
              </a:spcBef>
              <a:spcAft>
                <a:spcPts val="0"/>
              </a:spcAft>
              <a:buSzPts val="4200"/>
              <a:buNone/>
              <a:defRPr sz="4200"/>
            </a:lvl7pPr>
            <a:lvl8pPr lvl="7" rtl="0" algn="r">
              <a:spcBef>
                <a:spcPts val="0"/>
              </a:spcBef>
              <a:spcAft>
                <a:spcPts val="0"/>
              </a:spcAft>
              <a:buSzPts val="4200"/>
              <a:buNone/>
              <a:defRPr sz="4200"/>
            </a:lvl8pPr>
            <a:lvl9pPr lvl="8" rtl="0" algn="r">
              <a:spcBef>
                <a:spcPts val="0"/>
              </a:spcBef>
              <a:spcAft>
                <a:spcPts val="0"/>
              </a:spcAft>
              <a:buSzPts val="4200"/>
              <a:buNone/>
              <a:defRPr sz="4200"/>
            </a:lvl9pPr>
          </a:lstStyle>
          <a:p/>
        </p:txBody>
      </p:sp>
      <p:sp>
        <p:nvSpPr>
          <p:cNvPr id="125" name="Google Shape;125;p15"/>
          <p:cNvSpPr txBox="1"/>
          <p:nvPr>
            <p:ph idx="1" type="subTitle"/>
          </p:nvPr>
        </p:nvSpPr>
        <p:spPr>
          <a:xfrm>
            <a:off x="4654425" y="2278254"/>
            <a:ext cx="3777000" cy="143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a:lvl1pPr>
            <a:lvl2pPr lvl="1" rtl="0" algn="r">
              <a:lnSpc>
                <a:spcPct val="100000"/>
              </a:lnSpc>
              <a:spcBef>
                <a:spcPts val="0"/>
              </a:spcBef>
              <a:spcAft>
                <a:spcPts val="0"/>
              </a:spcAft>
              <a:buSzPts val="2100"/>
              <a:buNone/>
              <a:defRPr sz="2100"/>
            </a:lvl2pPr>
            <a:lvl3pPr lvl="2" rtl="0" algn="r">
              <a:lnSpc>
                <a:spcPct val="100000"/>
              </a:lnSpc>
              <a:spcBef>
                <a:spcPts val="0"/>
              </a:spcBef>
              <a:spcAft>
                <a:spcPts val="0"/>
              </a:spcAft>
              <a:buSzPts val="2100"/>
              <a:buNone/>
              <a:defRPr sz="2100"/>
            </a:lvl3pPr>
            <a:lvl4pPr lvl="3" rtl="0" algn="r">
              <a:lnSpc>
                <a:spcPct val="100000"/>
              </a:lnSpc>
              <a:spcBef>
                <a:spcPts val="0"/>
              </a:spcBef>
              <a:spcAft>
                <a:spcPts val="0"/>
              </a:spcAft>
              <a:buSzPts val="2100"/>
              <a:buNone/>
              <a:defRPr sz="2100"/>
            </a:lvl4pPr>
            <a:lvl5pPr lvl="4" rtl="0" algn="r">
              <a:lnSpc>
                <a:spcPct val="100000"/>
              </a:lnSpc>
              <a:spcBef>
                <a:spcPts val="0"/>
              </a:spcBef>
              <a:spcAft>
                <a:spcPts val="0"/>
              </a:spcAft>
              <a:buSzPts val="2100"/>
              <a:buNone/>
              <a:defRPr sz="2100"/>
            </a:lvl5pPr>
            <a:lvl6pPr lvl="5" rtl="0" algn="r">
              <a:lnSpc>
                <a:spcPct val="100000"/>
              </a:lnSpc>
              <a:spcBef>
                <a:spcPts val="0"/>
              </a:spcBef>
              <a:spcAft>
                <a:spcPts val="0"/>
              </a:spcAft>
              <a:buSzPts val="2100"/>
              <a:buNone/>
              <a:defRPr sz="2100"/>
            </a:lvl6pPr>
            <a:lvl7pPr lvl="6" rtl="0" algn="r">
              <a:lnSpc>
                <a:spcPct val="100000"/>
              </a:lnSpc>
              <a:spcBef>
                <a:spcPts val="0"/>
              </a:spcBef>
              <a:spcAft>
                <a:spcPts val="0"/>
              </a:spcAft>
              <a:buSzPts val="2100"/>
              <a:buNone/>
              <a:defRPr sz="2100"/>
            </a:lvl7pPr>
            <a:lvl8pPr lvl="7" rtl="0" algn="r">
              <a:lnSpc>
                <a:spcPct val="100000"/>
              </a:lnSpc>
              <a:spcBef>
                <a:spcPts val="0"/>
              </a:spcBef>
              <a:spcAft>
                <a:spcPts val="0"/>
              </a:spcAft>
              <a:buSzPts val="2100"/>
              <a:buNone/>
              <a:defRPr sz="2100"/>
            </a:lvl8pPr>
            <a:lvl9pPr lvl="8" rtl="0" algn="r">
              <a:lnSpc>
                <a:spcPct val="100000"/>
              </a:lnSpc>
              <a:spcBef>
                <a:spcPts val="0"/>
              </a:spcBef>
              <a:spcAft>
                <a:spcPts val="0"/>
              </a:spcAft>
              <a:buSzPts val="2100"/>
              <a:buNone/>
              <a:defRPr sz="2100"/>
            </a:lvl9pPr>
          </a:lstStyle>
          <a:p/>
        </p:txBody>
      </p:sp>
      <p:pic>
        <p:nvPicPr>
          <p:cNvPr id="126" name="Google Shape;126;p15"/>
          <p:cNvPicPr preferRelativeResize="0"/>
          <p:nvPr/>
        </p:nvPicPr>
        <p:blipFill rotWithShape="1">
          <a:blip r:embed="rId6">
            <a:alphaModFix/>
          </a:blip>
          <a:srcRect b="0" l="0" r="0" t="0"/>
          <a:stretch/>
        </p:blipFill>
        <p:spPr>
          <a:xfrm rot="7511709">
            <a:off x="1241850" y="4271705"/>
            <a:ext cx="2504350" cy="1437030"/>
          </a:xfrm>
          <a:prstGeom prst="rect">
            <a:avLst/>
          </a:prstGeom>
          <a:noFill/>
          <a:ln>
            <a:noFill/>
          </a:ln>
        </p:spPr>
      </p:pic>
      <p:pic>
        <p:nvPicPr>
          <p:cNvPr id="127" name="Google Shape;127;p15"/>
          <p:cNvPicPr preferRelativeResize="0"/>
          <p:nvPr/>
        </p:nvPicPr>
        <p:blipFill rotWithShape="1">
          <a:blip r:embed="rId7">
            <a:alphaModFix/>
          </a:blip>
          <a:srcRect b="0" l="0" r="0" t="0"/>
          <a:stretch/>
        </p:blipFill>
        <p:spPr>
          <a:xfrm rot="4511836">
            <a:off x="2521265" y="2057048"/>
            <a:ext cx="1697478" cy="1643807"/>
          </a:xfrm>
          <a:prstGeom prst="rect">
            <a:avLst/>
          </a:prstGeom>
          <a:noFill/>
          <a:ln>
            <a:noFill/>
          </a:ln>
        </p:spPr>
      </p:pic>
      <p:pic>
        <p:nvPicPr>
          <p:cNvPr id="128" name="Google Shape;128;p15"/>
          <p:cNvPicPr preferRelativeResize="0"/>
          <p:nvPr/>
        </p:nvPicPr>
        <p:blipFill rotWithShape="1">
          <a:blip r:embed="rId3">
            <a:alphaModFix/>
          </a:blip>
          <a:srcRect b="0" l="0" r="0" t="0"/>
          <a:stretch/>
        </p:blipFill>
        <p:spPr>
          <a:xfrm rot="-1639250">
            <a:off x="1811646" y="-855003"/>
            <a:ext cx="2002458" cy="4559255"/>
          </a:xfrm>
          <a:prstGeom prst="rect">
            <a:avLst/>
          </a:prstGeom>
          <a:noFill/>
          <a:ln>
            <a:noFill/>
          </a:ln>
        </p:spPr>
      </p:pic>
      <p:pic>
        <p:nvPicPr>
          <p:cNvPr id="129" name="Google Shape;129;p15"/>
          <p:cNvPicPr preferRelativeResize="0"/>
          <p:nvPr/>
        </p:nvPicPr>
        <p:blipFill rotWithShape="1">
          <a:blip r:embed="rId5">
            <a:alphaModFix/>
          </a:blip>
          <a:srcRect b="0" l="0" r="0" t="0"/>
          <a:stretch/>
        </p:blipFill>
        <p:spPr>
          <a:xfrm flipH="1">
            <a:off x="-694950" y="3552826"/>
            <a:ext cx="1572000" cy="20366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9">
    <p:spTree>
      <p:nvGrpSpPr>
        <p:cNvPr id="130" name="Shape 130"/>
        <p:cNvGrpSpPr/>
        <p:nvPr/>
      </p:nvGrpSpPr>
      <p:grpSpPr>
        <a:xfrm>
          <a:off x="0" y="0"/>
          <a:ext cx="0" cy="0"/>
          <a:chOff x="0" y="0"/>
          <a:chExt cx="0" cy="0"/>
        </a:xfrm>
      </p:grpSpPr>
      <p:sp>
        <p:nvSpPr>
          <p:cNvPr id="131" name="Google Shape;131;p16"/>
          <p:cNvSpPr txBox="1"/>
          <p:nvPr>
            <p:ph type="title"/>
          </p:nvPr>
        </p:nvSpPr>
        <p:spPr>
          <a:xfrm>
            <a:off x="2166450" y="1904970"/>
            <a:ext cx="4811100" cy="841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2" name="Google Shape;132;p16"/>
          <p:cNvSpPr txBox="1"/>
          <p:nvPr>
            <p:ph idx="1" type="subTitle"/>
          </p:nvPr>
        </p:nvSpPr>
        <p:spPr>
          <a:xfrm>
            <a:off x="2166450" y="2661050"/>
            <a:ext cx="4241700" cy="60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3" name="Google Shape;133;p16"/>
          <p:cNvSpPr txBox="1"/>
          <p:nvPr>
            <p:ph hasCustomPrompt="1" idx="2" type="title"/>
          </p:nvPr>
        </p:nvSpPr>
        <p:spPr>
          <a:xfrm>
            <a:off x="713225" y="1618875"/>
            <a:ext cx="1427700" cy="1378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12000"/>
              <a:buNone/>
              <a:defRPr sz="9600"/>
            </a:lvl1pPr>
            <a:lvl2pPr lvl="1" rtl="0" algn="l">
              <a:spcBef>
                <a:spcPts val="0"/>
              </a:spcBef>
              <a:spcAft>
                <a:spcPts val="0"/>
              </a:spcAft>
              <a:buSzPts val="12000"/>
              <a:buNone/>
              <a:defRPr sz="12000"/>
            </a:lvl2pPr>
            <a:lvl3pPr lvl="2" rtl="0" algn="l">
              <a:spcBef>
                <a:spcPts val="0"/>
              </a:spcBef>
              <a:spcAft>
                <a:spcPts val="0"/>
              </a:spcAft>
              <a:buSzPts val="12000"/>
              <a:buNone/>
              <a:defRPr sz="12000"/>
            </a:lvl3pPr>
            <a:lvl4pPr lvl="3" rtl="0" algn="l">
              <a:spcBef>
                <a:spcPts val="0"/>
              </a:spcBef>
              <a:spcAft>
                <a:spcPts val="0"/>
              </a:spcAft>
              <a:buSzPts val="12000"/>
              <a:buNone/>
              <a:defRPr sz="12000"/>
            </a:lvl4pPr>
            <a:lvl5pPr lvl="4" rtl="0" algn="l">
              <a:spcBef>
                <a:spcPts val="0"/>
              </a:spcBef>
              <a:spcAft>
                <a:spcPts val="0"/>
              </a:spcAft>
              <a:buSzPts val="12000"/>
              <a:buNone/>
              <a:defRPr sz="12000"/>
            </a:lvl5pPr>
            <a:lvl6pPr lvl="5" rtl="0" algn="l">
              <a:spcBef>
                <a:spcPts val="0"/>
              </a:spcBef>
              <a:spcAft>
                <a:spcPts val="0"/>
              </a:spcAft>
              <a:buSzPts val="12000"/>
              <a:buNone/>
              <a:defRPr sz="12000"/>
            </a:lvl6pPr>
            <a:lvl7pPr lvl="6" rtl="0" algn="l">
              <a:spcBef>
                <a:spcPts val="0"/>
              </a:spcBef>
              <a:spcAft>
                <a:spcPts val="0"/>
              </a:spcAft>
              <a:buSzPts val="12000"/>
              <a:buNone/>
              <a:defRPr sz="12000"/>
            </a:lvl7pPr>
            <a:lvl8pPr lvl="7" rtl="0" algn="l">
              <a:spcBef>
                <a:spcPts val="0"/>
              </a:spcBef>
              <a:spcAft>
                <a:spcPts val="0"/>
              </a:spcAft>
              <a:buSzPts val="12000"/>
              <a:buNone/>
              <a:defRPr sz="12000"/>
            </a:lvl8pPr>
            <a:lvl9pPr lvl="8" rtl="0" algn="l">
              <a:spcBef>
                <a:spcPts val="0"/>
              </a:spcBef>
              <a:spcAft>
                <a:spcPts val="0"/>
              </a:spcAft>
              <a:buSzPts val="12000"/>
              <a:buNone/>
              <a:defRPr sz="12000"/>
            </a:lvl9pPr>
          </a:lstStyle>
          <a:p>
            <a:r>
              <a:t>xx%</a:t>
            </a:r>
          </a:p>
        </p:txBody>
      </p:sp>
      <p:pic>
        <p:nvPicPr>
          <p:cNvPr id="134" name="Google Shape;134;p16"/>
          <p:cNvPicPr preferRelativeResize="0"/>
          <p:nvPr/>
        </p:nvPicPr>
        <p:blipFill rotWithShape="1">
          <a:blip r:embed="rId2">
            <a:alphaModFix/>
          </a:blip>
          <a:srcRect b="0" l="0" r="0" t="0"/>
          <a:stretch/>
        </p:blipFill>
        <p:spPr>
          <a:xfrm rot="3883291">
            <a:off x="6338622" y="3279344"/>
            <a:ext cx="2569104" cy="1474162"/>
          </a:xfrm>
          <a:prstGeom prst="rect">
            <a:avLst/>
          </a:prstGeom>
          <a:noFill/>
          <a:ln>
            <a:noFill/>
          </a:ln>
        </p:spPr>
      </p:pic>
      <p:pic>
        <p:nvPicPr>
          <p:cNvPr id="135" name="Google Shape;135;p16"/>
          <p:cNvPicPr preferRelativeResize="0"/>
          <p:nvPr/>
        </p:nvPicPr>
        <p:blipFill rotWithShape="1">
          <a:blip r:embed="rId3">
            <a:alphaModFix/>
          </a:blip>
          <a:srcRect b="0" l="0" r="0" t="0"/>
          <a:stretch/>
        </p:blipFill>
        <p:spPr>
          <a:xfrm>
            <a:off x="8146288" y="1161667"/>
            <a:ext cx="1840875" cy="1782665"/>
          </a:xfrm>
          <a:prstGeom prst="rect">
            <a:avLst/>
          </a:prstGeom>
          <a:noFill/>
          <a:ln>
            <a:noFill/>
          </a:ln>
        </p:spPr>
      </p:pic>
      <p:pic>
        <p:nvPicPr>
          <p:cNvPr id="136" name="Google Shape;136;p16"/>
          <p:cNvPicPr preferRelativeResize="0"/>
          <p:nvPr/>
        </p:nvPicPr>
        <p:blipFill rotWithShape="1">
          <a:blip r:embed="rId4">
            <a:alphaModFix/>
          </a:blip>
          <a:srcRect b="0" l="0" r="0" t="0"/>
          <a:stretch/>
        </p:blipFill>
        <p:spPr>
          <a:xfrm rot="-1639246">
            <a:off x="7914100" y="3060775"/>
            <a:ext cx="1733751" cy="3947450"/>
          </a:xfrm>
          <a:prstGeom prst="rect">
            <a:avLst/>
          </a:prstGeom>
          <a:noFill/>
          <a:ln>
            <a:noFill/>
          </a:ln>
        </p:spPr>
      </p:pic>
      <p:pic>
        <p:nvPicPr>
          <p:cNvPr id="137" name="Google Shape;137;p16"/>
          <p:cNvPicPr preferRelativeResize="0"/>
          <p:nvPr/>
        </p:nvPicPr>
        <p:blipFill rotWithShape="1">
          <a:blip r:embed="rId3">
            <a:alphaModFix/>
          </a:blip>
          <a:srcRect b="0" l="0" r="0" t="0"/>
          <a:stretch/>
        </p:blipFill>
        <p:spPr>
          <a:xfrm rot="5400000">
            <a:off x="6276800" y="638313"/>
            <a:ext cx="1393300" cy="1349250"/>
          </a:xfrm>
          <a:prstGeom prst="rect">
            <a:avLst/>
          </a:prstGeom>
          <a:noFill/>
          <a:ln>
            <a:noFill/>
          </a:ln>
        </p:spPr>
      </p:pic>
      <p:pic>
        <p:nvPicPr>
          <p:cNvPr id="138" name="Google Shape;138;p16"/>
          <p:cNvPicPr preferRelativeResize="0"/>
          <p:nvPr/>
        </p:nvPicPr>
        <p:blipFill>
          <a:blip r:embed="rId5">
            <a:alphaModFix/>
          </a:blip>
          <a:stretch>
            <a:fillRect/>
          </a:stretch>
        </p:blipFill>
        <p:spPr>
          <a:xfrm rot="7597377">
            <a:off x="4625676" y="-2541707"/>
            <a:ext cx="2386824" cy="4381382"/>
          </a:xfrm>
          <a:prstGeom prst="rect">
            <a:avLst/>
          </a:prstGeom>
          <a:noFill/>
          <a:ln>
            <a:noFill/>
          </a:ln>
        </p:spPr>
      </p:pic>
      <p:pic>
        <p:nvPicPr>
          <p:cNvPr id="139" name="Google Shape;139;p16"/>
          <p:cNvPicPr preferRelativeResize="0"/>
          <p:nvPr/>
        </p:nvPicPr>
        <p:blipFill rotWithShape="1">
          <a:blip r:embed="rId3">
            <a:alphaModFix/>
          </a:blip>
          <a:srcRect b="0" l="0" r="0" t="0"/>
          <a:stretch/>
        </p:blipFill>
        <p:spPr>
          <a:xfrm>
            <a:off x="-275904" y="978148"/>
            <a:ext cx="2416825" cy="2340400"/>
          </a:xfrm>
          <a:prstGeom prst="rect">
            <a:avLst/>
          </a:prstGeom>
          <a:noFill/>
          <a:ln>
            <a:noFill/>
          </a:ln>
        </p:spPr>
      </p:pic>
      <p:pic>
        <p:nvPicPr>
          <p:cNvPr id="140" name="Google Shape;140;p16"/>
          <p:cNvPicPr preferRelativeResize="0"/>
          <p:nvPr/>
        </p:nvPicPr>
        <p:blipFill rotWithShape="1">
          <a:blip r:embed="rId6">
            <a:alphaModFix/>
          </a:blip>
          <a:srcRect b="0" l="0" r="0" t="0"/>
          <a:stretch/>
        </p:blipFill>
        <p:spPr>
          <a:xfrm rot="-3668799">
            <a:off x="930329" y="-1893945"/>
            <a:ext cx="2136318" cy="5182162"/>
          </a:xfrm>
          <a:prstGeom prst="rect">
            <a:avLst/>
          </a:prstGeom>
          <a:noFill/>
          <a:ln>
            <a:noFill/>
          </a:ln>
        </p:spPr>
      </p:pic>
      <p:pic>
        <p:nvPicPr>
          <p:cNvPr id="141" name="Google Shape;141;p16"/>
          <p:cNvPicPr preferRelativeResize="0"/>
          <p:nvPr/>
        </p:nvPicPr>
        <p:blipFill rotWithShape="1">
          <a:blip r:embed="rId4">
            <a:alphaModFix/>
          </a:blip>
          <a:srcRect b="0" l="0" r="0" t="0"/>
          <a:stretch/>
        </p:blipFill>
        <p:spPr>
          <a:xfrm rot="-5156636">
            <a:off x="2909701" y="-1582496"/>
            <a:ext cx="2002458" cy="4559253"/>
          </a:xfrm>
          <a:prstGeom prst="rect">
            <a:avLst/>
          </a:prstGeom>
          <a:noFill/>
          <a:ln>
            <a:noFill/>
          </a:ln>
        </p:spPr>
      </p:pic>
      <p:pic>
        <p:nvPicPr>
          <p:cNvPr id="142" name="Google Shape;142;p16"/>
          <p:cNvPicPr preferRelativeResize="0"/>
          <p:nvPr/>
        </p:nvPicPr>
        <p:blipFill rotWithShape="1">
          <a:blip r:embed="rId4">
            <a:alphaModFix/>
          </a:blip>
          <a:srcRect b="0" l="0" r="0" t="0"/>
          <a:stretch/>
        </p:blipFill>
        <p:spPr>
          <a:xfrm flipH="1" rot="-5643364">
            <a:off x="2952851" y="2578502"/>
            <a:ext cx="2002458" cy="455925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27">
    <p:spTree>
      <p:nvGrpSpPr>
        <p:cNvPr id="143" name="Shape 143"/>
        <p:cNvGrpSpPr/>
        <p:nvPr/>
      </p:nvGrpSpPr>
      <p:grpSpPr>
        <a:xfrm>
          <a:off x="0" y="0"/>
          <a:ext cx="0" cy="0"/>
          <a:chOff x="0" y="0"/>
          <a:chExt cx="0" cy="0"/>
        </a:xfrm>
      </p:grpSpPr>
      <p:sp>
        <p:nvSpPr>
          <p:cNvPr id="144" name="Google Shape;144;p17"/>
          <p:cNvSpPr txBox="1"/>
          <p:nvPr>
            <p:ph type="title"/>
          </p:nvPr>
        </p:nvSpPr>
        <p:spPr>
          <a:xfrm>
            <a:off x="4227250" y="2501200"/>
            <a:ext cx="4203600" cy="8418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145" name="Google Shape;145;p17"/>
          <p:cNvSpPr txBox="1"/>
          <p:nvPr>
            <p:ph idx="1" type="subTitle"/>
          </p:nvPr>
        </p:nvSpPr>
        <p:spPr>
          <a:xfrm>
            <a:off x="4227250" y="3257276"/>
            <a:ext cx="4203600" cy="60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146" name="Google Shape;146;p17"/>
          <p:cNvSpPr txBox="1"/>
          <p:nvPr>
            <p:ph hasCustomPrompt="1" idx="2" type="title"/>
          </p:nvPr>
        </p:nvSpPr>
        <p:spPr>
          <a:xfrm>
            <a:off x="5159950" y="1138775"/>
            <a:ext cx="2338200" cy="13785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9600"/>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pic>
        <p:nvPicPr>
          <p:cNvPr id="147" name="Google Shape;147;p17"/>
          <p:cNvPicPr preferRelativeResize="0"/>
          <p:nvPr/>
        </p:nvPicPr>
        <p:blipFill rotWithShape="1">
          <a:blip r:embed="rId2">
            <a:alphaModFix/>
          </a:blip>
          <a:srcRect b="0" l="0" r="0" t="0"/>
          <a:stretch/>
        </p:blipFill>
        <p:spPr>
          <a:xfrm flipH="1" rot="-10134819">
            <a:off x="3700" y="1321765"/>
            <a:ext cx="1924050" cy="4667250"/>
          </a:xfrm>
          <a:prstGeom prst="rect">
            <a:avLst/>
          </a:prstGeom>
          <a:noFill/>
          <a:ln>
            <a:noFill/>
          </a:ln>
        </p:spPr>
      </p:pic>
      <p:pic>
        <p:nvPicPr>
          <p:cNvPr id="148" name="Google Shape;148;p17"/>
          <p:cNvPicPr preferRelativeResize="0"/>
          <p:nvPr/>
        </p:nvPicPr>
        <p:blipFill rotWithShape="1">
          <a:blip r:embed="rId3">
            <a:alphaModFix/>
          </a:blip>
          <a:srcRect b="0" l="0" r="0" t="0"/>
          <a:stretch/>
        </p:blipFill>
        <p:spPr>
          <a:xfrm flipH="1" rot="-9160750">
            <a:off x="563096" y="-461936"/>
            <a:ext cx="2002458" cy="4559255"/>
          </a:xfrm>
          <a:prstGeom prst="rect">
            <a:avLst/>
          </a:prstGeom>
          <a:noFill/>
          <a:ln>
            <a:noFill/>
          </a:ln>
        </p:spPr>
      </p:pic>
      <p:pic>
        <p:nvPicPr>
          <p:cNvPr id="149" name="Google Shape;149;p17"/>
          <p:cNvPicPr preferRelativeResize="0"/>
          <p:nvPr/>
        </p:nvPicPr>
        <p:blipFill>
          <a:blip r:embed="rId4">
            <a:alphaModFix/>
          </a:blip>
          <a:stretch>
            <a:fillRect/>
          </a:stretch>
        </p:blipFill>
        <p:spPr>
          <a:xfrm flipH="1" rot="-5400000">
            <a:off x="1727850" y="4127990"/>
            <a:ext cx="1840875" cy="1700025"/>
          </a:xfrm>
          <a:prstGeom prst="rect">
            <a:avLst/>
          </a:prstGeom>
          <a:noFill/>
          <a:ln>
            <a:noFill/>
          </a:ln>
        </p:spPr>
      </p:pic>
      <p:pic>
        <p:nvPicPr>
          <p:cNvPr id="150" name="Google Shape;150;p17"/>
          <p:cNvPicPr preferRelativeResize="0"/>
          <p:nvPr/>
        </p:nvPicPr>
        <p:blipFill rotWithShape="1">
          <a:blip r:embed="rId5">
            <a:alphaModFix/>
          </a:blip>
          <a:srcRect b="0" l="0" r="0" t="0"/>
          <a:stretch/>
        </p:blipFill>
        <p:spPr>
          <a:xfrm rot="10800000">
            <a:off x="2026875" y="3518965"/>
            <a:ext cx="1572000" cy="2036650"/>
          </a:xfrm>
          <a:prstGeom prst="rect">
            <a:avLst/>
          </a:prstGeom>
          <a:noFill/>
          <a:ln>
            <a:noFill/>
          </a:ln>
        </p:spPr>
      </p:pic>
      <p:pic>
        <p:nvPicPr>
          <p:cNvPr id="151" name="Google Shape;151;p17"/>
          <p:cNvPicPr preferRelativeResize="0"/>
          <p:nvPr/>
        </p:nvPicPr>
        <p:blipFill rotWithShape="1">
          <a:blip r:embed="rId6">
            <a:alphaModFix/>
          </a:blip>
          <a:srcRect b="0" l="0" r="0" t="0"/>
          <a:stretch/>
        </p:blipFill>
        <p:spPr>
          <a:xfrm flipH="1" rot="3288291">
            <a:off x="1241850" y="-341370"/>
            <a:ext cx="2504350" cy="1437030"/>
          </a:xfrm>
          <a:prstGeom prst="rect">
            <a:avLst/>
          </a:prstGeom>
          <a:noFill/>
          <a:ln>
            <a:noFill/>
          </a:ln>
        </p:spPr>
      </p:pic>
      <p:pic>
        <p:nvPicPr>
          <p:cNvPr id="152" name="Google Shape;152;p17"/>
          <p:cNvPicPr preferRelativeResize="0"/>
          <p:nvPr/>
        </p:nvPicPr>
        <p:blipFill rotWithShape="1">
          <a:blip r:embed="rId7">
            <a:alphaModFix/>
          </a:blip>
          <a:srcRect b="0" l="0" r="0" t="0"/>
          <a:stretch/>
        </p:blipFill>
        <p:spPr>
          <a:xfrm flipH="1" rot="6288164">
            <a:off x="2521265" y="1666511"/>
            <a:ext cx="1697478" cy="1643807"/>
          </a:xfrm>
          <a:prstGeom prst="rect">
            <a:avLst/>
          </a:prstGeom>
          <a:noFill/>
          <a:ln>
            <a:noFill/>
          </a:ln>
        </p:spPr>
      </p:pic>
      <p:pic>
        <p:nvPicPr>
          <p:cNvPr id="153" name="Google Shape;153;p17"/>
          <p:cNvPicPr preferRelativeResize="0"/>
          <p:nvPr/>
        </p:nvPicPr>
        <p:blipFill rotWithShape="1">
          <a:blip r:embed="rId3">
            <a:alphaModFix/>
          </a:blip>
          <a:srcRect b="0" l="0" r="0" t="0"/>
          <a:stretch/>
        </p:blipFill>
        <p:spPr>
          <a:xfrm flipH="1" rot="-9160750">
            <a:off x="1811646" y="1663114"/>
            <a:ext cx="2002458" cy="4559255"/>
          </a:xfrm>
          <a:prstGeom prst="rect">
            <a:avLst/>
          </a:prstGeom>
          <a:noFill/>
          <a:ln>
            <a:noFill/>
          </a:ln>
        </p:spPr>
      </p:pic>
      <p:pic>
        <p:nvPicPr>
          <p:cNvPr id="154" name="Google Shape;154;p17"/>
          <p:cNvPicPr preferRelativeResize="0"/>
          <p:nvPr/>
        </p:nvPicPr>
        <p:blipFill rotWithShape="1">
          <a:blip r:embed="rId5">
            <a:alphaModFix/>
          </a:blip>
          <a:srcRect b="0" l="0" r="0" t="0"/>
          <a:stretch/>
        </p:blipFill>
        <p:spPr>
          <a:xfrm rot="10800000">
            <a:off x="-694950" y="-222110"/>
            <a:ext cx="1572000" cy="20366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55" name="Shape 155"/>
        <p:cNvGrpSpPr/>
        <p:nvPr/>
      </p:nvGrpSpPr>
      <p:grpSpPr>
        <a:xfrm>
          <a:off x="0" y="0"/>
          <a:ext cx="0" cy="0"/>
          <a:chOff x="0" y="0"/>
          <a:chExt cx="0" cy="0"/>
        </a:xfrm>
      </p:grpSpPr>
      <p:sp>
        <p:nvSpPr>
          <p:cNvPr id="156" name="Google Shape;156;p18"/>
          <p:cNvSpPr txBox="1"/>
          <p:nvPr>
            <p:ph type="title"/>
          </p:nvPr>
        </p:nvSpPr>
        <p:spPr>
          <a:xfrm>
            <a:off x="713225" y="1950152"/>
            <a:ext cx="2537700" cy="463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7" name="Google Shape;157;p18"/>
          <p:cNvSpPr txBox="1"/>
          <p:nvPr>
            <p:ph idx="1" type="subTitle"/>
          </p:nvPr>
        </p:nvSpPr>
        <p:spPr>
          <a:xfrm>
            <a:off x="713225" y="2298242"/>
            <a:ext cx="2537700" cy="885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58" name="Google Shape;158;p18"/>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18"/>
          <p:cNvSpPr txBox="1"/>
          <p:nvPr>
            <p:ph idx="3" type="title"/>
          </p:nvPr>
        </p:nvSpPr>
        <p:spPr>
          <a:xfrm>
            <a:off x="5893076" y="2888525"/>
            <a:ext cx="25377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60" name="Google Shape;160;p18"/>
          <p:cNvSpPr txBox="1"/>
          <p:nvPr>
            <p:ph idx="4" type="subTitle"/>
          </p:nvPr>
        </p:nvSpPr>
        <p:spPr>
          <a:xfrm>
            <a:off x="5893075" y="3257026"/>
            <a:ext cx="25377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161" name="Google Shape;161;p18"/>
          <p:cNvPicPr preferRelativeResize="0"/>
          <p:nvPr/>
        </p:nvPicPr>
        <p:blipFill rotWithShape="1">
          <a:blip r:embed="rId2">
            <a:alphaModFix/>
          </a:blip>
          <a:srcRect b="0" l="0" r="0" t="0"/>
          <a:stretch/>
        </p:blipFill>
        <p:spPr>
          <a:xfrm rot="5400000">
            <a:off x="7734125" y="981213"/>
            <a:ext cx="1393300" cy="1349250"/>
          </a:xfrm>
          <a:prstGeom prst="rect">
            <a:avLst/>
          </a:prstGeom>
          <a:noFill/>
          <a:ln>
            <a:noFill/>
          </a:ln>
        </p:spPr>
      </p:pic>
      <p:pic>
        <p:nvPicPr>
          <p:cNvPr id="162" name="Google Shape;162;p18"/>
          <p:cNvPicPr preferRelativeResize="0"/>
          <p:nvPr/>
        </p:nvPicPr>
        <p:blipFill>
          <a:blip r:embed="rId3">
            <a:alphaModFix/>
          </a:blip>
          <a:stretch>
            <a:fillRect/>
          </a:stretch>
        </p:blipFill>
        <p:spPr>
          <a:xfrm rot="-5400000">
            <a:off x="-2150" y="3753987"/>
            <a:ext cx="1840875" cy="1700025"/>
          </a:xfrm>
          <a:prstGeom prst="rect">
            <a:avLst/>
          </a:prstGeom>
          <a:noFill/>
          <a:ln>
            <a:noFill/>
          </a:ln>
        </p:spPr>
      </p:pic>
      <p:pic>
        <p:nvPicPr>
          <p:cNvPr id="163" name="Google Shape;163;p18"/>
          <p:cNvPicPr preferRelativeResize="0"/>
          <p:nvPr/>
        </p:nvPicPr>
        <p:blipFill rotWithShape="1">
          <a:blip r:embed="rId4">
            <a:alphaModFix/>
          </a:blip>
          <a:srcRect b="0" l="0" r="0" t="0"/>
          <a:stretch/>
        </p:blipFill>
        <p:spPr>
          <a:xfrm rot="10800000">
            <a:off x="7557911" y="-473000"/>
            <a:ext cx="2372929" cy="1840875"/>
          </a:xfrm>
          <a:prstGeom prst="rect">
            <a:avLst/>
          </a:prstGeom>
          <a:noFill/>
          <a:ln>
            <a:noFill/>
          </a:ln>
        </p:spPr>
      </p:pic>
      <p:pic>
        <p:nvPicPr>
          <p:cNvPr id="164" name="Google Shape;164;p18"/>
          <p:cNvPicPr preferRelativeResize="0"/>
          <p:nvPr/>
        </p:nvPicPr>
        <p:blipFill>
          <a:blip r:embed="rId5">
            <a:alphaModFix/>
          </a:blip>
          <a:stretch>
            <a:fillRect/>
          </a:stretch>
        </p:blipFill>
        <p:spPr>
          <a:xfrm rot="7597377">
            <a:off x="6083001" y="-2198807"/>
            <a:ext cx="2386824" cy="4381382"/>
          </a:xfrm>
          <a:prstGeom prst="rect">
            <a:avLst/>
          </a:prstGeom>
          <a:noFill/>
          <a:ln>
            <a:noFill/>
          </a:ln>
        </p:spPr>
      </p:pic>
      <p:pic>
        <p:nvPicPr>
          <p:cNvPr id="165" name="Google Shape;165;p18"/>
          <p:cNvPicPr preferRelativeResize="0"/>
          <p:nvPr/>
        </p:nvPicPr>
        <p:blipFill rotWithShape="1">
          <a:blip r:embed="rId6">
            <a:alphaModFix/>
          </a:blip>
          <a:srcRect b="0" l="0" r="0" t="0"/>
          <a:stretch/>
        </p:blipFill>
        <p:spPr>
          <a:xfrm rot="10799990">
            <a:off x="-984822" y="704320"/>
            <a:ext cx="1774244" cy="403966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0">
    <p:spTree>
      <p:nvGrpSpPr>
        <p:cNvPr id="166" name="Shape 166"/>
        <p:cNvGrpSpPr/>
        <p:nvPr/>
      </p:nvGrpSpPr>
      <p:grpSpPr>
        <a:xfrm>
          <a:off x="0" y="0"/>
          <a:ext cx="0" cy="0"/>
          <a:chOff x="0" y="0"/>
          <a:chExt cx="0" cy="0"/>
        </a:xfrm>
      </p:grpSpPr>
      <p:sp>
        <p:nvSpPr>
          <p:cNvPr id="167" name="Google Shape;167;p19"/>
          <p:cNvSpPr txBox="1"/>
          <p:nvPr>
            <p:ph type="title"/>
          </p:nvPr>
        </p:nvSpPr>
        <p:spPr>
          <a:xfrm>
            <a:off x="988581" y="1246806"/>
            <a:ext cx="2169600" cy="4491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68" name="Google Shape;168;p19"/>
          <p:cNvSpPr txBox="1"/>
          <p:nvPr>
            <p:ph idx="1" type="subTitle"/>
          </p:nvPr>
        </p:nvSpPr>
        <p:spPr>
          <a:xfrm>
            <a:off x="988581" y="1603842"/>
            <a:ext cx="21696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69" name="Google Shape;169;p19"/>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0" name="Google Shape;170;p19"/>
          <p:cNvSpPr txBox="1"/>
          <p:nvPr>
            <p:ph idx="3" type="title"/>
          </p:nvPr>
        </p:nvSpPr>
        <p:spPr>
          <a:xfrm>
            <a:off x="988581" y="3123387"/>
            <a:ext cx="2169600" cy="4491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71" name="Google Shape;171;p19"/>
          <p:cNvSpPr txBox="1"/>
          <p:nvPr>
            <p:ph idx="4" type="subTitle"/>
          </p:nvPr>
        </p:nvSpPr>
        <p:spPr>
          <a:xfrm>
            <a:off x="988581" y="3480422"/>
            <a:ext cx="21696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72" name="Google Shape;172;p19"/>
          <p:cNvSpPr txBox="1"/>
          <p:nvPr>
            <p:ph idx="5" type="title"/>
          </p:nvPr>
        </p:nvSpPr>
        <p:spPr>
          <a:xfrm>
            <a:off x="3372606" y="1246819"/>
            <a:ext cx="2169600" cy="4491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73" name="Google Shape;173;p19"/>
          <p:cNvSpPr txBox="1"/>
          <p:nvPr>
            <p:ph idx="6" type="subTitle"/>
          </p:nvPr>
        </p:nvSpPr>
        <p:spPr>
          <a:xfrm>
            <a:off x="3372606" y="1603854"/>
            <a:ext cx="21696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174" name="Google Shape;174;p19"/>
          <p:cNvPicPr preferRelativeResize="0"/>
          <p:nvPr/>
        </p:nvPicPr>
        <p:blipFill rotWithShape="1">
          <a:blip r:embed="rId2">
            <a:alphaModFix/>
          </a:blip>
          <a:srcRect b="0" l="0" r="0" t="0"/>
          <a:stretch/>
        </p:blipFill>
        <p:spPr>
          <a:xfrm rot="3546976">
            <a:off x="-485442" y="-1198569"/>
            <a:ext cx="1796434" cy="4090188"/>
          </a:xfrm>
          <a:prstGeom prst="rect">
            <a:avLst/>
          </a:prstGeom>
          <a:noFill/>
          <a:ln>
            <a:noFill/>
          </a:ln>
        </p:spPr>
      </p:pic>
      <p:pic>
        <p:nvPicPr>
          <p:cNvPr id="175" name="Google Shape;175;p19"/>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sp>
        <p:nvSpPr>
          <p:cNvPr id="176" name="Google Shape;176;p19"/>
          <p:cNvSpPr txBox="1"/>
          <p:nvPr>
            <p:ph idx="7" type="title"/>
          </p:nvPr>
        </p:nvSpPr>
        <p:spPr>
          <a:xfrm>
            <a:off x="3373394" y="3139512"/>
            <a:ext cx="2169600" cy="4491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77" name="Google Shape;177;p19"/>
          <p:cNvSpPr txBox="1"/>
          <p:nvPr>
            <p:ph idx="8" type="subTitle"/>
          </p:nvPr>
        </p:nvSpPr>
        <p:spPr>
          <a:xfrm>
            <a:off x="3373394" y="3496547"/>
            <a:ext cx="21696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178" name="Google Shape;178;p19"/>
          <p:cNvPicPr preferRelativeResize="0"/>
          <p:nvPr/>
        </p:nvPicPr>
        <p:blipFill rotWithShape="1">
          <a:blip r:embed="rId4">
            <a:alphaModFix/>
          </a:blip>
          <a:srcRect b="0" l="0" r="0" t="0"/>
          <a:stretch/>
        </p:blipFill>
        <p:spPr>
          <a:xfrm rot="-6180706">
            <a:off x="5385563" y="2105288"/>
            <a:ext cx="2059525" cy="49958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
    <p:spTree>
      <p:nvGrpSpPr>
        <p:cNvPr id="179" name="Shape 179"/>
        <p:cNvGrpSpPr/>
        <p:nvPr/>
      </p:nvGrpSpPr>
      <p:grpSpPr>
        <a:xfrm>
          <a:off x="0" y="0"/>
          <a:ext cx="0" cy="0"/>
          <a:chOff x="0" y="0"/>
          <a:chExt cx="0" cy="0"/>
        </a:xfrm>
      </p:grpSpPr>
      <p:sp>
        <p:nvSpPr>
          <p:cNvPr id="180" name="Google Shape;180;p20"/>
          <p:cNvSpPr txBox="1"/>
          <p:nvPr>
            <p:ph idx="1" type="subTitle"/>
          </p:nvPr>
        </p:nvSpPr>
        <p:spPr>
          <a:xfrm>
            <a:off x="727575" y="2064075"/>
            <a:ext cx="3701100" cy="2025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181" name="Google Shape;181;p20"/>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2" name="Google Shape;182;p20"/>
          <p:cNvSpPr txBox="1"/>
          <p:nvPr>
            <p:ph idx="2" type="subTitle"/>
          </p:nvPr>
        </p:nvSpPr>
        <p:spPr>
          <a:xfrm>
            <a:off x="4729750" y="2064075"/>
            <a:ext cx="3701100" cy="2025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pic>
        <p:nvPicPr>
          <p:cNvPr id="183" name="Google Shape;183;p20"/>
          <p:cNvPicPr preferRelativeResize="0"/>
          <p:nvPr/>
        </p:nvPicPr>
        <p:blipFill rotWithShape="1">
          <a:blip r:embed="rId2">
            <a:alphaModFix/>
          </a:blip>
          <a:srcRect b="0" l="0" r="0" t="0"/>
          <a:stretch/>
        </p:blipFill>
        <p:spPr>
          <a:xfrm rot="10800000">
            <a:off x="-698700" y="376250"/>
            <a:ext cx="1812850" cy="1406350"/>
          </a:xfrm>
          <a:prstGeom prst="rect">
            <a:avLst/>
          </a:prstGeom>
          <a:noFill/>
          <a:ln>
            <a:noFill/>
          </a:ln>
        </p:spPr>
      </p:pic>
      <p:pic>
        <p:nvPicPr>
          <p:cNvPr id="184" name="Google Shape;184;p20"/>
          <p:cNvPicPr preferRelativeResize="0"/>
          <p:nvPr/>
        </p:nvPicPr>
        <p:blipFill rotWithShape="1">
          <a:blip r:embed="rId3">
            <a:alphaModFix/>
          </a:blip>
          <a:srcRect b="0" l="0" r="0" t="0"/>
          <a:stretch/>
        </p:blipFill>
        <p:spPr>
          <a:xfrm flipH="1" rot="10800000">
            <a:off x="8093575" y="70425"/>
            <a:ext cx="1209425" cy="1566900"/>
          </a:xfrm>
          <a:prstGeom prst="rect">
            <a:avLst/>
          </a:prstGeom>
          <a:noFill/>
          <a:ln>
            <a:noFill/>
          </a:ln>
        </p:spPr>
      </p:pic>
      <p:pic>
        <p:nvPicPr>
          <p:cNvPr id="185" name="Google Shape;185;p20"/>
          <p:cNvPicPr preferRelativeResize="0"/>
          <p:nvPr/>
        </p:nvPicPr>
        <p:blipFill rotWithShape="1">
          <a:blip r:embed="rId4">
            <a:alphaModFix/>
          </a:blip>
          <a:srcRect b="0" l="0" r="0" t="0"/>
          <a:stretch/>
        </p:blipFill>
        <p:spPr>
          <a:xfrm rot="5400007">
            <a:off x="2889925" y="3276801"/>
            <a:ext cx="1271700" cy="3084848"/>
          </a:xfrm>
          <a:prstGeom prst="rect">
            <a:avLst/>
          </a:prstGeom>
          <a:noFill/>
          <a:ln>
            <a:noFill/>
          </a:ln>
        </p:spPr>
      </p:pic>
      <p:pic>
        <p:nvPicPr>
          <p:cNvPr id="186" name="Google Shape;186;p20"/>
          <p:cNvPicPr preferRelativeResize="0"/>
          <p:nvPr/>
        </p:nvPicPr>
        <p:blipFill rotWithShape="1">
          <a:blip r:embed="rId5">
            <a:alphaModFix/>
          </a:blip>
          <a:srcRect b="0" l="0" r="0" t="0"/>
          <a:stretch/>
        </p:blipFill>
        <p:spPr>
          <a:xfrm rot="-5400008">
            <a:off x="4467345" y="3044473"/>
            <a:ext cx="2002458" cy="455925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1">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981375" y="1998708"/>
            <a:ext cx="4061700" cy="193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189" name="Google Shape;189;p21"/>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90" name="Google Shape;190;p21"/>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191" name="Google Shape;191;p21"/>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pic>
        <p:nvPicPr>
          <p:cNvPr id="192" name="Google Shape;192;p21"/>
          <p:cNvPicPr preferRelativeResize="0"/>
          <p:nvPr/>
        </p:nvPicPr>
        <p:blipFill rotWithShape="1">
          <a:blip r:embed="rId4">
            <a:alphaModFix/>
          </a:blip>
          <a:srcRect b="0" l="0" r="0" t="0"/>
          <a:stretch/>
        </p:blipFill>
        <p:spPr>
          <a:xfrm rot="-5400000">
            <a:off x="2031350" y="3095450"/>
            <a:ext cx="1724400" cy="4182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9">
    <p:spTree>
      <p:nvGrpSpPr>
        <p:cNvPr id="193" name="Shape 193"/>
        <p:cNvGrpSpPr/>
        <p:nvPr/>
      </p:nvGrpSpPr>
      <p:grpSpPr>
        <a:xfrm>
          <a:off x="0" y="0"/>
          <a:ext cx="0" cy="0"/>
          <a:chOff x="0" y="0"/>
          <a:chExt cx="0" cy="0"/>
        </a:xfrm>
      </p:grpSpPr>
      <p:sp>
        <p:nvSpPr>
          <p:cNvPr id="194" name="Google Shape;194;p22"/>
          <p:cNvSpPr txBox="1"/>
          <p:nvPr>
            <p:ph idx="1" type="subTitle"/>
          </p:nvPr>
        </p:nvSpPr>
        <p:spPr>
          <a:xfrm>
            <a:off x="4029375" y="1998708"/>
            <a:ext cx="4061700" cy="193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195" name="Google Shape;195;p22"/>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96" name="Google Shape;196;p22"/>
          <p:cNvPicPr preferRelativeResize="0"/>
          <p:nvPr/>
        </p:nvPicPr>
        <p:blipFill rotWithShape="1">
          <a:blip r:embed="rId2">
            <a:alphaModFix/>
          </a:blip>
          <a:srcRect b="0" l="0" r="0" t="0"/>
          <a:stretch/>
        </p:blipFill>
        <p:spPr>
          <a:xfrm flipH="1" rot="-3546976">
            <a:off x="7847308" y="-893769"/>
            <a:ext cx="1796434" cy="4090188"/>
          </a:xfrm>
          <a:prstGeom prst="rect">
            <a:avLst/>
          </a:prstGeom>
          <a:noFill/>
          <a:ln>
            <a:noFill/>
          </a:ln>
        </p:spPr>
      </p:pic>
      <p:pic>
        <p:nvPicPr>
          <p:cNvPr id="197" name="Google Shape;197;p22"/>
          <p:cNvPicPr preferRelativeResize="0"/>
          <p:nvPr/>
        </p:nvPicPr>
        <p:blipFill rotWithShape="1">
          <a:blip r:embed="rId3">
            <a:alphaModFix/>
          </a:blip>
          <a:srcRect b="0" l="0" r="0" t="0"/>
          <a:stretch/>
        </p:blipFill>
        <p:spPr>
          <a:xfrm rot="10800000">
            <a:off x="-203200" y="-310000"/>
            <a:ext cx="1572000" cy="2036650"/>
          </a:xfrm>
          <a:prstGeom prst="rect">
            <a:avLst/>
          </a:prstGeom>
          <a:noFill/>
          <a:ln>
            <a:noFill/>
          </a:ln>
        </p:spPr>
      </p:pic>
      <p:pic>
        <p:nvPicPr>
          <p:cNvPr id="198" name="Google Shape;198;p22"/>
          <p:cNvPicPr preferRelativeResize="0"/>
          <p:nvPr/>
        </p:nvPicPr>
        <p:blipFill rotWithShape="1">
          <a:blip r:embed="rId4">
            <a:alphaModFix/>
          </a:blip>
          <a:srcRect b="0" l="0" r="0" t="0"/>
          <a:stretch/>
        </p:blipFill>
        <p:spPr>
          <a:xfrm rot="-5400000">
            <a:off x="5650100" y="3034450"/>
            <a:ext cx="1724400" cy="4182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199" name="Shape 199"/>
        <p:cNvGrpSpPr/>
        <p:nvPr/>
      </p:nvGrpSpPr>
      <p:grpSpPr>
        <a:xfrm>
          <a:off x="0" y="0"/>
          <a:ext cx="0" cy="0"/>
          <a:chOff x="0" y="0"/>
          <a:chExt cx="0" cy="0"/>
        </a:xfrm>
      </p:grpSpPr>
      <p:sp>
        <p:nvSpPr>
          <p:cNvPr id="200" name="Google Shape;200;p23"/>
          <p:cNvSpPr txBox="1"/>
          <p:nvPr>
            <p:ph type="title"/>
          </p:nvPr>
        </p:nvSpPr>
        <p:spPr>
          <a:xfrm>
            <a:off x="909400" y="23635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1" name="Google Shape;201;p23"/>
          <p:cNvSpPr txBox="1"/>
          <p:nvPr>
            <p:ph idx="1" type="subTitle"/>
          </p:nvPr>
        </p:nvSpPr>
        <p:spPr>
          <a:xfrm>
            <a:off x="909400" y="27205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02" name="Google Shape;202;p23"/>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3"/>
          <p:cNvSpPr txBox="1"/>
          <p:nvPr>
            <p:ph idx="3" type="title"/>
          </p:nvPr>
        </p:nvSpPr>
        <p:spPr>
          <a:xfrm>
            <a:off x="3487100" y="23635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4" name="Google Shape;204;p23"/>
          <p:cNvSpPr txBox="1"/>
          <p:nvPr>
            <p:ph idx="4" type="subTitle"/>
          </p:nvPr>
        </p:nvSpPr>
        <p:spPr>
          <a:xfrm>
            <a:off x="3487100" y="27205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05" name="Google Shape;205;p23"/>
          <p:cNvSpPr txBox="1"/>
          <p:nvPr>
            <p:ph idx="5" type="title"/>
          </p:nvPr>
        </p:nvSpPr>
        <p:spPr>
          <a:xfrm>
            <a:off x="6064800" y="23635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6" name="Google Shape;206;p23"/>
          <p:cNvSpPr txBox="1"/>
          <p:nvPr>
            <p:ph idx="6" type="subTitle"/>
          </p:nvPr>
        </p:nvSpPr>
        <p:spPr>
          <a:xfrm>
            <a:off x="6064801" y="27205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07" name="Google Shape;207;p23"/>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208" name="Google Shape;208;p23"/>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pic>
        <p:nvPicPr>
          <p:cNvPr id="209" name="Google Shape;209;p23"/>
          <p:cNvPicPr preferRelativeResize="0"/>
          <p:nvPr/>
        </p:nvPicPr>
        <p:blipFill rotWithShape="1">
          <a:blip r:embed="rId4">
            <a:alphaModFix/>
          </a:blip>
          <a:srcRect b="0" l="0" r="0" t="0"/>
          <a:stretch/>
        </p:blipFill>
        <p:spPr>
          <a:xfrm rot="-5400000">
            <a:off x="2031350" y="3095450"/>
            <a:ext cx="1724400" cy="41829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28">
    <p:spTree>
      <p:nvGrpSpPr>
        <p:cNvPr id="210" name="Shape 210"/>
        <p:cNvGrpSpPr/>
        <p:nvPr/>
      </p:nvGrpSpPr>
      <p:grpSpPr>
        <a:xfrm>
          <a:off x="0" y="0"/>
          <a:ext cx="0" cy="0"/>
          <a:chOff x="0" y="0"/>
          <a:chExt cx="0" cy="0"/>
        </a:xfrm>
      </p:grpSpPr>
      <p:sp>
        <p:nvSpPr>
          <p:cNvPr id="211" name="Google Shape;211;p24"/>
          <p:cNvSpPr txBox="1"/>
          <p:nvPr>
            <p:ph type="title"/>
          </p:nvPr>
        </p:nvSpPr>
        <p:spPr>
          <a:xfrm>
            <a:off x="2198350" y="2233731"/>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2" name="Google Shape;212;p24"/>
          <p:cNvSpPr txBox="1"/>
          <p:nvPr>
            <p:ph idx="1" type="subTitle"/>
          </p:nvPr>
        </p:nvSpPr>
        <p:spPr>
          <a:xfrm>
            <a:off x="2198350" y="2590767"/>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13" name="Google Shape;213;p24"/>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4" name="Google Shape;214;p24"/>
          <p:cNvSpPr txBox="1"/>
          <p:nvPr>
            <p:ph idx="3" type="title"/>
          </p:nvPr>
        </p:nvSpPr>
        <p:spPr>
          <a:xfrm>
            <a:off x="4776050" y="2233731"/>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24"/>
          <p:cNvSpPr txBox="1"/>
          <p:nvPr>
            <p:ph idx="4" type="subTitle"/>
          </p:nvPr>
        </p:nvSpPr>
        <p:spPr>
          <a:xfrm>
            <a:off x="4776050" y="2590767"/>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16" name="Google Shape;216;p24"/>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217" name="Google Shape;217;p24"/>
          <p:cNvPicPr preferRelativeResize="0"/>
          <p:nvPr/>
        </p:nvPicPr>
        <p:blipFill rotWithShape="1">
          <a:blip r:embed="rId3">
            <a:alphaModFix/>
          </a:blip>
          <a:srcRect b="0" l="0" r="0" t="0"/>
          <a:stretch/>
        </p:blipFill>
        <p:spPr>
          <a:xfrm rot="5400000">
            <a:off x="3365525" y="4494600"/>
            <a:ext cx="1393300" cy="1349250"/>
          </a:xfrm>
          <a:prstGeom prst="rect">
            <a:avLst/>
          </a:prstGeom>
          <a:noFill/>
          <a:ln>
            <a:noFill/>
          </a:ln>
        </p:spPr>
      </p:pic>
      <p:pic>
        <p:nvPicPr>
          <p:cNvPr id="218" name="Google Shape;218;p24"/>
          <p:cNvPicPr preferRelativeResize="0"/>
          <p:nvPr/>
        </p:nvPicPr>
        <p:blipFill>
          <a:blip r:embed="rId4">
            <a:alphaModFix/>
          </a:blip>
          <a:stretch>
            <a:fillRect/>
          </a:stretch>
        </p:blipFill>
        <p:spPr>
          <a:xfrm rot="-5400000">
            <a:off x="7742762" y="3134200"/>
            <a:ext cx="1659025" cy="1532125"/>
          </a:xfrm>
          <a:prstGeom prst="rect">
            <a:avLst/>
          </a:prstGeom>
          <a:noFill/>
          <a:ln>
            <a:noFill/>
          </a:ln>
        </p:spPr>
      </p:pic>
      <p:pic>
        <p:nvPicPr>
          <p:cNvPr id="219" name="Google Shape;219;p24"/>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20" name="Google Shape;220;p24"/>
          <p:cNvPicPr preferRelativeResize="0"/>
          <p:nvPr/>
        </p:nvPicPr>
        <p:blipFill rotWithShape="1">
          <a:blip r:embed="rId2">
            <a:alphaModFix/>
          </a:blip>
          <a:srcRect b="0" l="0" r="0" t="0"/>
          <a:stretch/>
        </p:blipFill>
        <p:spPr>
          <a:xfrm rot="-5400008">
            <a:off x="7571045" y="-1740127"/>
            <a:ext cx="2002458" cy="4559254"/>
          </a:xfrm>
          <a:prstGeom prst="rect">
            <a:avLst/>
          </a:prstGeom>
          <a:noFill/>
          <a:ln>
            <a:noFill/>
          </a:ln>
        </p:spPr>
      </p:pic>
      <p:pic>
        <p:nvPicPr>
          <p:cNvPr id="221" name="Google Shape;221;p24"/>
          <p:cNvPicPr preferRelativeResize="0"/>
          <p:nvPr/>
        </p:nvPicPr>
        <p:blipFill>
          <a:blip r:embed="rId4">
            <a:alphaModFix/>
          </a:blip>
          <a:stretch>
            <a:fillRect/>
          </a:stretch>
        </p:blipFill>
        <p:spPr>
          <a:xfrm flipH="1" rot="5400000">
            <a:off x="-309963" y="3134200"/>
            <a:ext cx="1659025" cy="153212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0">
    <p:spTree>
      <p:nvGrpSpPr>
        <p:cNvPr id="222" name="Shape 222"/>
        <p:cNvGrpSpPr/>
        <p:nvPr/>
      </p:nvGrpSpPr>
      <p:grpSpPr>
        <a:xfrm>
          <a:off x="0" y="0"/>
          <a:ext cx="0" cy="0"/>
          <a:chOff x="0" y="0"/>
          <a:chExt cx="0" cy="0"/>
        </a:xfrm>
      </p:grpSpPr>
      <p:sp>
        <p:nvSpPr>
          <p:cNvPr id="223" name="Google Shape;223;p25"/>
          <p:cNvSpPr txBox="1"/>
          <p:nvPr>
            <p:ph type="title"/>
          </p:nvPr>
        </p:nvSpPr>
        <p:spPr>
          <a:xfrm>
            <a:off x="2198350" y="26683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24" name="Google Shape;224;p25"/>
          <p:cNvSpPr txBox="1"/>
          <p:nvPr>
            <p:ph idx="1" type="subTitle"/>
          </p:nvPr>
        </p:nvSpPr>
        <p:spPr>
          <a:xfrm>
            <a:off x="2198350" y="30253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25" name="Google Shape;225;p25"/>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6" name="Google Shape;226;p25"/>
          <p:cNvSpPr txBox="1"/>
          <p:nvPr>
            <p:ph idx="3" type="title"/>
          </p:nvPr>
        </p:nvSpPr>
        <p:spPr>
          <a:xfrm>
            <a:off x="4776050" y="26683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27" name="Google Shape;227;p25"/>
          <p:cNvSpPr txBox="1"/>
          <p:nvPr>
            <p:ph idx="4" type="subTitle"/>
          </p:nvPr>
        </p:nvSpPr>
        <p:spPr>
          <a:xfrm>
            <a:off x="4776050" y="30253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28" name="Google Shape;228;p25"/>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229" name="Google Shape;229;p25"/>
          <p:cNvPicPr preferRelativeResize="0"/>
          <p:nvPr/>
        </p:nvPicPr>
        <p:blipFill rotWithShape="1">
          <a:blip r:embed="rId3">
            <a:alphaModFix/>
          </a:blip>
          <a:srcRect b="0" l="0" r="0" t="0"/>
          <a:stretch/>
        </p:blipFill>
        <p:spPr>
          <a:xfrm rot="5400000">
            <a:off x="3365525" y="4494600"/>
            <a:ext cx="1393300" cy="1349250"/>
          </a:xfrm>
          <a:prstGeom prst="rect">
            <a:avLst/>
          </a:prstGeom>
          <a:noFill/>
          <a:ln>
            <a:noFill/>
          </a:ln>
        </p:spPr>
      </p:pic>
      <p:pic>
        <p:nvPicPr>
          <p:cNvPr id="230" name="Google Shape;230;p25"/>
          <p:cNvPicPr preferRelativeResize="0"/>
          <p:nvPr/>
        </p:nvPicPr>
        <p:blipFill>
          <a:blip r:embed="rId4">
            <a:alphaModFix/>
          </a:blip>
          <a:stretch>
            <a:fillRect/>
          </a:stretch>
        </p:blipFill>
        <p:spPr>
          <a:xfrm rot="-5400000">
            <a:off x="8218200" y="3327325"/>
            <a:ext cx="1659025" cy="1532125"/>
          </a:xfrm>
          <a:prstGeom prst="rect">
            <a:avLst/>
          </a:prstGeom>
          <a:noFill/>
          <a:ln>
            <a:noFill/>
          </a:ln>
        </p:spPr>
      </p:pic>
      <p:pic>
        <p:nvPicPr>
          <p:cNvPr id="231" name="Google Shape;231;p25"/>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32" name="Google Shape;232;p25"/>
          <p:cNvPicPr preferRelativeResize="0"/>
          <p:nvPr/>
        </p:nvPicPr>
        <p:blipFill rotWithShape="1">
          <a:blip r:embed="rId2">
            <a:alphaModFix/>
          </a:blip>
          <a:srcRect b="0" l="0" r="0" t="0"/>
          <a:stretch/>
        </p:blipFill>
        <p:spPr>
          <a:xfrm rot="-5400008">
            <a:off x="7571045" y="-1740127"/>
            <a:ext cx="2002458" cy="455925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233" name="Shape 233"/>
        <p:cNvGrpSpPr/>
        <p:nvPr/>
      </p:nvGrpSpPr>
      <p:grpSpPr>
        <a:xfrm>
          <a:off x="0" y="0"/>
          <a:ext cx="0" cy="0"/>
          <a:chOff x="0" y="0"/>
          <a:chExt cx="0" cy="0"/>
        </a:xfrm>
      </p:grpSpPr>
      <p:pic>
        <p:nvPicPr>
          <p:cNvPr id="234" name="Google Shape;234;p26"/>
          <p:cNvPicPr preferRelativeResize="0"/>
          <p:nvPr/>
        </p:nvPicPr>
        <p:blipFill rotWithShape="1">
          <a:blip r:embed="rId2">
            <a:alphaModFix/>
          </a:blip>
          <a:srcRect b="0" l="0" r="0" t="0"/>
          <a:stretch/>
        </p:blipFill>
        <p:spPr>
          <a:xfrm rot="10800000">
            <a:off x="-698700" y="376250"/>
            <a:ext cx="1812850" cy="1406350"/>
          </a:xfrm>
          <a:prstGeom prst="rect">
            <a:avLst/>
          </a:prstGeom>
          <a:noFill/>
          <a:ln>
            <a:noFill/>
          </a:ln>
        </p:spPr>
      </p:pic>
      <p:pic>
        <p:nvPicPr>
          <p:cNvPr id="235" name="Google Shape;235;p26"/>
          <p:cNvPicPr preferRelativeResize="0"/>
          <p:nvPr/>
        </p:nvPicPr>
        <p:blipFill rotWithShape="1">
          <a:blip r:embed="rId3">
            <a:alphaModFix/>
          </a:blip>
          <a:srcRect b="0" l="0" r="0" t="0"/>
          <a:stretch/>
        </p:blipFill>
        <p:spPr>
          <a:xfrm flipH="1" rot="10800000">
            <a:off x="8093575" y="70425"/>
            <a:ext cx="1209425" cy="1566900"/>
          </a:xfrm>
          <a:prstGeom prst="rect">
            <a:avLst/>
          </a:prstGeom>
          <a:noFill/>
          <a:ln>
            <a:noFill/>
          </a:ln>
        </p:spPr>
      </p:pic>
      <p:pic>
        <p:nvPicPr>
          <p:cNvPr id="236" name="Google Shape;236;p26"/>
          <p:cNvPicPr preferRelativeResize="0"/>
          <p:nvPr/>
        </p:nvPicPr>
        <p:blipFill rotWithShape="1">
          <a:blip r:embed="rId4">
            <a:alphaModFix/>
          </a:blip>
          <a:srcRect b="0" l="0" r="0" t="0"/>
          <a:stretch/>
        </p:blipFill>
        <p:spPr>
          <a:xfrm rot="6202858">
            <a:off x="3893650" y="3376778"/>
            <a:ext cx="1271700" cy="3084848"/>
          </a:xfrm>
          <a:prstGeom prst="rect">
            <a:avLst/>
          </a:prstGeom>
          <a:noFill/>
          <a:ln>
            <a:noFill/>
          </a:ln>
        </p:spPr>
      </p:pic>
      <p:pic>
        <p:nvPicPr>
          <p:cNvPr id="237" name="Google Shape;237;p26"/>
          <p:cNvPicPr preferRelativeResize="0"/>
          <p:nvPr/>
        </p:nvPicPr>
        <p:blipFill rotWithShape="1">
          <a:blip r:embed="rId5">
            <a:alphaModFix/>
          </a:blip>
          <a:srcRect b="0" l="0" r="0" t="0"/>
          <a:stretch/>
        </p:blipFill>
        <p:spPr>
          <a:xfrm rot="-4597155">
            <a:off x="5301490" y="3580353"/>
            <a:ext cx="2002458" cy="4559254"/>
          </a:xfrm>
          <a:prstGeom prst="rect">
            <a:avLst/>
          </a:prstGeom>
          <a:noFill/>
          <a:ln>
            <a:noFill/>
          </a:ln>
        </p:spPr>
      </p:pic>
      <p:sp>
        <p:nvSpPr>
          <p:cNvPr id="238" name="Google Shape;238;p26"/>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CUSTOM_12">
    <p:spTree>
      <p:nvGrpSpPr>
        <p:cNvPr id="239" name="Shape 239"/>
        <p:cNvGrpSpPr/>
        <p:nvPr/>
      </p:nvGrpSpPr>
      <p:grpSpPr>
        <a:xfrm>
          <a:off x="0" y="0"/>
          <a:ext cx="0" cy="0"/>
          <a:chOff x="0" y="0"/>
          <a:chExt cx="0" cy="0"/>
        </a:xfrm>
      </p:grpSpPr>
      <p:pic>
        <p:nvPicPr>
          <p:cNvPr id="240" name="Google Shape;240;p27"/>
          <p:cNvPicPr preferRelativeResize="0"/>
          <p:nvPr/>
        </p:nvPicPr>
        <p:blipFill rotWithShape="1">
          <a:blip r:embed="rId2">
            <a:alphaModFix/>
          </a:blip>
          <a:srcRect b="0" l="0" r="0" t="0"/>
          <a:stretch/>
        </p:blipFill>
        <p:spPr>
          <a:xfrm rot="4734819">
            <a:off x="6034912" y="1086136"/>
            <a:ext cx="1924050" cy="4667250"/>
          </a:xfrm>
          <a:prstGeom prst="rect">
            <a:avLst/>
          </a:prstGeom>
          <a:noFill/>
          <a:ln>
            <a:noFill/>
          </a:ln>
        </p:spPr>
      </p:pic>
      <p:pic>
        <p:nvPicPr>
          <p:cNvPr id="241" name="Google Shape;241;p27"/>
          <p:cNvPicPr preferRelativeResize="0"/>
          <p:nvPr/>
        </p:nvPicPr>
        <p:blipFill rotWithShape="1">
          <a:blip r:embed="rId3">
            <a:alphaModFix/>
          </a:blip>
          <a:srcRect b="0" l="0" r="0" t="0"/>
          <a:stretch/>
        </p:blipFill>
        <p:spPr>
          <a:xfrm rot="3760750">
            <a:off x="3687884" y="2197658"/>
            <a:ext cx="2002458" cy="4559255"/>
          </a:xfrm>
          <a:prstGeom prst="rect">
            <a:avLst/>
          </a:prstGeom>
          <a:noFill/>
          <a:ln>
            <a:noFill/>
          </a:ln>
        </p:spPr>
      </p:pic>
      <p:pic>
        <p:nvPicPr>
          <p:cNvPr id="242" name="Google Shape;242;p27"/>
          <p:cNvPicPr preferRelativeResize="0"/>
          <p:nvPr/>
        </p:nvPicPr>
        <p:blipFill>
          <a:blip r:embed="rId4">
            <a:alphaModFix/>
          </a:blip>
          <a:stretch>
            <a:fillRect/>
          </a:stretch>
        </p:blipFill>
        <p:spPr>
          <a:xfrm>
            <a:off x="7399112" y="4252310"/>
            <a:ext cx="1840875" cy="1700025"/>
          </a:xfrm>
          <a:prstGeom prst="rect">
            <a:avLst/>
          </a:prstGeom>
          <a:noFill/>
          <a:ln>
            <a:noFill/>
          </a:ln>
        </p:spPr>
      </p:pic>
      <p:pic>
        <p:nvPicPr>
          <p:cNvPr id="243" name="Google Shape;243;p27"/>
          <p:cNvPicPr preferRelativeResize="0"/>
          <p:nvPr/>
        </p:nvPicPr>
        <p:blipFill rotWithShape="1">
          <a:blip r:embed="rId5">
            <a:alphaModFix/>
          </a:blip>
          <a:srcRect b="0" l="0" r="0" t="0"/>
          <a:stretch/>
        </p:blipFill>
        <p:spPr>
          <a:xfrm flipH="1" rot="5400000">
            <a:off x="7092837" y="4248586"/>
            <a:ext cx="1572000" cy="2036650"/>
          </a:xfrm>
          <a:prstGeom prst="rect">
            <a:avLst/>
          </a:prstGeom>
          <a:noFill/>
          <a:ln>
            <a:noFill/>
          </a:ln>
        </p:spPr>
      </p:pic>
      <p:pic>
        <p:nvPicPr>
          <p:cNvPr id="244" name="Google Shape;244;p27"/>
          <p:cNvPicPr preferRelativeResize="0"/>
          <p:nvPr/>
        </p:nvPicPr>
        <p:blipFill rotWithShape="1">
          <a:blip r:embed="rId6">
            <a:alphaModFix/>
          </a:blip>
          <a:srcRect b="0" l="0" r="0" t="0"/>
          <a:stretch/>
        </p:blipFill>
        <p:spPr>
          <a:xfrm rot="-8688291">
            <a:off x="2466517" y="4229545"/>
            <a:ext cx="2504350" cy="1437030"/>
          </a:xfrm>
          <a:prstGeom prst="rect">
            <a:avLst/>
          </a:prstGeom>
          <a:noFill/>
          <a:ln>
            <a:noFill/>
          </a:ln>
        </p:spPr>
      </p:pic>
      <p:pic>
        <p:nvPicPr>
          <p:cNvPr id="245" name="Google Shape;245;p27"/>
          <p:cNvPicPr preferRelativeResize="0"/>
          <p:nvPr/>
        </p:nvPicPr>
        <p:blipFill rotWithShape="1">
          <a:blip r:embed="rId7">
            <a:alphaModFix/>
          </a:blip>
          <a:srcRect b="0" l="0" r="0" t="0"/>
          <a:stretch/>
        </p:blipFill>
        <p:spPr>
          <a:xfrm rot="9911836">
            <a:off x="4981222" y="5002136"/>
            <a:ext cx="1697478" cy="1643807"/>
          </a:xfrm>
          <a:prstGeom prst="rect">
            <a:avLst/>
          </a:prstGeom>
          <a:noFill/>
          <a:ln>
            <a:noFill/>
          </a:ln>
        </p:spPr>
      </p:pic>
      <p:pic>
        <p:nvPicPr>
          <p:cNvPr id="246" name="Google Shape;246;p27"/>
          <p:cNvPicPr preferRelativeResize="0"/>
          <p:nvPr/>
        </p:nvPicPr>
        <p:blipFill rotWithShape="1">
          <a:blip r:embed="rId3">
            <a:alphaModFix/>
          </a:blip>
          <a:srcRect b="0" l="0" r="0" t="0"/>
          <a:stretch/>
        </p:blipFill>
        <p:spPr>
          <a:xfrm rot="3760750">
            <a:off x="6283059" y="2987283"/>
            <a:ext cx="2002458" cy="4559255"/>
          </a:xfrm>
          <a:prstGeom prst="rect">
            <a:avLst/>
          </a:prstGeom>
          <a:noFill/>
          <a:ln>
            <a:noFill/>
          </a:ln>
        </p:spPr>
      </p:pic>
      <p:pic>
        <p:nvPicPr>
          <p:cNvPr id="247" name="Google Shape;247;p27"/>
          <p:cNvPicPr preferRelativeResize="0"/>
          <p:nvPr/>
        </p:nvPicPr>
        <p:blipFill rotWithShape="1">
          <a:blip r:embed="rId5">
            <a:alphaModFix/>
          </a:blip>
          <a:srcRect b="0" l="0" r="0" t="0"/>
          <a:stretch/>
        </p:blipFill>
        <p:spPr>
          <a:xfrm rot="5400000">
            <a:off x="3351762" y="2236811"/>
            <a:ext cx="1572000" cy="2036650"/>
          </a:xfrm>
          <a:prstGeom prst="rect">
            <a:avLst/>
          </a:prstGeom>
          <a:noFill/>
          <a:ln>
            <a:noFill/>
          </a:ln>
        </p:spPr>
      </p:pic>
      <p:pic>
        <p:nvPicPr>
          <p:cNvPr id="248" name="Google Shape;248;p27"/>
          <p:cNvPicPr preferRelativeResize="0"/>
          <p:nvPr/>
        </p:nvPicPr>
        <p:blipFill>
          <a:blip r:embed="rId8">
            <a:alphaModFix/>
          </a:blip>
          <a:stretch>
            <a:fillRect/>
          </a:stretch>
        </p:blipFill>
        <p:spPr>
          <a:xfrm rot="3900296">
            <a:off x="6369868" y="683844"/>
            <a:ext cx="2386824" cy="4381380"/>
          </a:xfrm>
          <a:prstGeom prst="rect">
            <a:avLst/>
          </a:prstGeom>
          <a:noFill/>
          <a:ln>
            <a:noFill/>
          </a:ln>
        </p:spPr>
      </p:pic>
      <p:sp>
        <p:nvSpPr>
          <p:cNvPr id="249" name="Google Shape;249;p27"/>
          <p:cNvSpPr txBox="1"/>
          <p:nvPr>
            <p:ph type="title"/>
          </p:nvPr>
        </p:nvSpPr>
        <p:spPr>
          <a:xfrm flipH="1">
            <a:off x="1117500" y="838200"/>
            <a:ext cx="6909000" cy="1158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pic>
        <p:nvPicPr>
          <p:cNvPr id="250" name="Google Shape;250;p27"/>
          <p:cNvPicPr preferRelativeResize="0"/>
          <p:nvPr/>
        </p:nvPicPr>
        <p:blipFill rotWithShape="1">
          <a:blip r:embed="rId2">
            <a:alphaModFix/>
          </a:blip>
          <a:srcRect b="0" l="0" r="0" t="0"/>
          <a:stretch/>
        </p:blipFill>
        <p:spPr>
          <a:xfrm rot="4734819">
            <a:off x="-861188" y="1086136"/>
            <a:ext cx="1924050" cy="4667250"/>
          </a:xfrm>
          <a:prstGeom prst="rect">
            <a:avLst/>
          </a:prstGeom>
          <a:noFill/>
          <a:ln>
            <a:noFill/>
          </a:ln>
        </p:spPr>
      </p:pic>
      <p:pic>
        <p:nvPicPr>
          <p:cNvPr id="251" name="Google Shape;251;p27"/>
          <p:cNvPicPr preferRelativeResize="0"/>
          <p:nvPr/>
        </p:nvPicPr>
        <p:blipFill>
          <a:blip r:embed="rId4">
            <a:alphaModFix/>
          </a:blip>
          <a:stretch>
            <a:fillRect/>
          </a:stretch>
        </p:blipFill>
        <p:spPr>
          <a:xfrm>
            <a:off x="503012" y="4252310"/>
            <a:ext cx="1840875" cy="1700025"/>
          </a:xfrm>
          <a:prstGeom prst="rect">
            <a:avLst/>
          </a:prstGeom>
          <a:noFill/>
          <a:ln>
            <a:noFill/>
          </a:ln>
        </p:spPr>
      </p:pic>
      <p:pic>
        <p:nvPicPr>
          <p:cNvPr id="252" name="Google Shape;252;p27"/>
          <p:cNvPicPr preferRelativeResize="0"/>
          <p:nvPr/>
        </p:nvPicPr>
        <p:blipFill rotWithShape="1">
          <a:blip r:embed="rId5">
            <a:alphaModFix/>
          </a:blip>
          <a:srcRect b="0" l="0" r="0" t="0"/>
          <a:stretch/>
        </p:blipFill>
        <p:spPr>
          <a:xfrm flipH="1" rot="5400000">
            <a:off x="196737" y="4248586"/>
            <a:ext cx="1572000" cy="2036650"/>
          </a:xfrm>
          <a:prstGeom prst="rect">
            <a:avLst/>
          </a:prstGeom>
          <a:noFill/>
          <a:ln>
            <a:noFill/>
          </a:ln>
        </p:spPr>
      </p:pic>
      <p:pic>
        <p:nvPicPr>
          <p:cNvPr id="253" name="Google Shape;253;p27"/>
          <p:cNvPicPr preferRelativeResize="0"/>
          <p:nvPr/>
        </p:nvPicPr>
        <p:blipFill rotWithShape="1">
          <a:blip r:embed="rId3">
            <a:alphaModFix/>
          </a:blip>
          <a:srcRect b="0" l="0" r="0" t="0"/>
          <a:stretch/>
        </p:blipFill>
        <p:spPr>
          <a:xfrm rot="3760750">
            <a:off x="-1204804" y="1537658"/>
            <a:ext cx="2002458" cy="455925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2">
    <p:spTree>
      <p:nvGrpSpPr>
        <p:cNvPr id="254" name="Shape 254"/>
        <p:cNvGrpSpPr/>
        <p:nvPr/>
      </p:nvGrpSpPr>
      <p:grpSpPr>
        <a:xfrm>
          <a:off x="0" y="0"/>
          <a:ext cx="0" cy="0"/>
          <a:chOff x="0" y="0"/>
          <a:chExt cx="0" cy="0"/>
        </a:xfrm>
      </p:grpSpPr>
      <p:sp>
        <p:nvSpPr>
          <p:cNvPr id="255" name="Google Shape;255;p28"/>
          <p:cNvSpPr txBox="1"/>
          <p:nvPr>
            <p:ph type="title"/>
          </p:nvPr>
        </p:nvSpPr>
        <p:spPr>
          <a:xfrm>
            <a:off x="909400" y="32043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56" name="Google Shape;256;p28"/>
          <p:cNvSpPr txBox="1"/>
          <p:nvPr>
            <p:ph idx="1" type="subTitle"/>
          </p:nvPr>
        </p:nvSpPr>
        <p:spPr>
          <a:xfrm>
            <a:off x="909400" y="35728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57" name="Google Shape;257;p28"/>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8" name="Google Shape;258;p28"/>
          <p:cNvSpPr txBox="1"/>
          <p:nvPr>
            <p:ph idx="3" type="title"/>
          </p:nvPr>
        </p:nvSpPr>
        <p:spPr>
          <a:xfrm>
            <a:off x="3487101" y="32043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59" name="Google Shape;259;p28"/>
          <p:cNvSpPr txBox="1"/>
          <p:nvPr>
            <p:ph idx="4" type="subTitle"/>
          </p:nvPr>
        </p:nvSpPr>
        <p:spPr>
          <a:xfrm>
            <a:off x="3487100" y="35728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0" name="Google Shape;260;p28"/>
          <p:cNvSpPr txBox="1"/>
          <p:nvPr>
            <p:ph idx="5" type="title"/>
          </p:nvPr>
        </p:nvSpPr>
        <p:spPr>
          <a:xfrm>
            <a:off x="6064802" y="32043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61" name="Google Shape;261;p28"/>
          <p:cNvSpPr txBox="1"/>
          <p:nvPr>
            <p:ph idx="6" type="subTitle"/>
          </p:nvPr>
        </p:nvSpPr>
        <p:spPr>
          <a:xfrm>
            <a:off x="6064800" y="35728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62" name="Google Shape;262;p28"/>
          <p:cNvPicPr preferRelativeResize="0"/>
          <p:nvPr/>
        </p:nvPicPr>
        <p:blipFill rotWithShape="1">
          <a:blip r:embed="rId2">
            <a:alphaModFix/>
          </a:blip>
          <a:srcRect b="0" l="0" r="0" t="0"/>
          <a:stretch/>
        </p:blipFill>
        <p:spPr>
          <a:xfrm rot="5400000">
            <a:off x="3365525" y="4494600"/>
            <a:ext cx="1393300" cy="1349250"/>
          </a:xfrm>
          <a:prstGeom prst="rect">
            <a:avLst/>
          </a:prstGeom>
          <a:noFill/>
          <a:ln>
            <a:noFill/>
          </a:ln>
        </p:spPr>
      </p:pic>
      <p:pic>
        <p:nvPicPr>
          <p:cNvPr id="263" name="Google Shape;263;p28"/>
          <p:cNvPicPr preferRelativeResize="0"/>
          <p:nvPr/>
        </p:nvPicPr>
        <p:blipFill>
          <a:blip r:embed="rId3">
            <a:alphaModFix/>
          </a:blip>
          <a:stretch>
            <a:fillRect/>
          </a:stretch>
        </p:blipFill>
        <p:spPr>
          <a:xfrm rot="-5400000">
            <a:off x="8218200" y="3327325"/>
            <a:ext cx="1659025" cy="1532125"/>
          </a:xfrm>
          <a:prstGeom prst="rect">
            <a:avLst/>
          </a:prstGeom>
          <a:noFill/>
          <a:ln>
            <a:noFill/>
          </a:ln>
        </p:spPr>
      </p:pic>
      <p:pic>
        <p:nvPicPr>
          <p:cNvPr id="264" name="Google Shape;264;p28"/>
          <p:cNvPicPr preferRelativeResize="0"/>
          <p:nvPr/>
        </p:nvPicPr>
        <p:blipFill rotWithShape="1">
          <a:blip r:embed="rId4">
            <a:alphaModFix/>
          </a:blip>
          <a:srcRect b="0" l="0" r="0" t="0"/>
          <a:stretch/>
        </p:blipFill>
        <p:spPr>
          <a:xfrm rot="-9355986">
            <a:off x="-232067" y="311450"/>
            <a:ext cx="1328784" cy="3223299"/>
          </a:xfrm>
          <a:prstGeom prst="rect">
            <a:avLst/>
          </a:prstGeom>
          <a:noFill/>
          <a:ln>
            <a:noFill/>
          </a:ln>
        </p:spPr>
      </p:pic>
      <p:pic>
        <p:nvPicPr>
          <p:cNvPr id="265" name="Google Shape;265;p28"/>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66" name="Google Shape;266;p28"/>
          <p:cNvPicPr preferRelativeResize="0"/>
          <p:nvPr/>
        </p:nvPicPr>
        <p:blipFill rotWithShape="1">
          <a:blip r:embed="rId6">
            <a:alphaModFix/>
          </a:blip>
          <a:srcRect b="0" l="0" r="0" t="0"/>
          <a:stretch/>
        </p:blipFill>
        <p:spPr>
          <a:xfrm rot="-5400008">
            <a:off x="7571045" y="-1740127"/>
            <a:ext cx="2002458" cy="455925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2_2_1">
    <p:spTree>
      <p:nvGrpSpPr>
        <p:cNvPr id="267" name="Shape 267"/>
        <p:cNvGrpSpPr/>
        <p:nvPr/>
      </p:nvGrpSpPr>
      <p:grpSpPr>
        <a:xfrm>
          <a:off x="0" y="0"/>
          <a:ext cx="0" cy="0"/>
          <a:chOff x="0" y="0"/>
          <a:chExt cx="0" cy="0"/>
        </a:xfrm>
      </p:grpSpPr>
      <p:sp>
        <p:nvSpPr>
          <p:cNvPr id="268" name="Google Shape;268;p29"/>
          <p:cNvSpPr txBox="1"/>
          <p:nvPr>
            <p:ph type="title"/>
          </p:nvPr>
        </p:nvSpPr>
        <p:spPr>
          <a:xfrm>
            <a:off x="1986650" y="1320550"/>
            <a:ext cx="274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69" name="Google Shape;269;p29"/>
          <p:cNvSpPr txBox="1"/>
          <p:nvPr>
            <p:ph idx="1" type="subTitle"/>
          </p:nvPr>
        </p:nvSpPr>
        <p:spPr>
          <a:xfrm>
            <a:off x="1986650" y="1687090"/>
            <a:ext cx="2748900" cy="677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70" name="Google Shape;270;p29"/>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1" name="Google Shape;271;p29"/>
          <p:cNvSpPr txBox="1"/>
          <p:nvPr>
            <p:ph idx="3" type="title"/>
          </p:nvPr>
        </p:nvSpPr>
        <p:spPr>
          <a:xfrm>
            <a:off x="1986651" y="2410105"/>
            <a:ext cx="274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72" name="Google Shape;272;p29"/>
          <p:cNvSpPr txBox="1"/>
          <p:nvPr>
            <p:ph idx="4" type="subTitle"/>
          </p:nvPr>
        </p:nvSpPr>
        <p:spPr>
          <a:xfrm>
            <a:off x="1986650" y="2767986"/>
            <a:ext cx="2748900" cy="677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73" name="Google Shape;273;p29"/>
          <p:cNvSpPr txBox="1"/>
          <p:nvPr>
            <p:ph idx="5" type="title"/>
          </p:nvPr>
        </p:nvSpPr>
        <p:spPr>
          <a:xfrm>
            <a:off x="1986652" y="3508295"/>
            <a:ext cx="274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74" name="Google Shape;274;p29"/>
          <p:cNvSpPr txBox="1"/>
          <p:nvPr>
            <p:ph idx="6" type="subTitle"/>
          </p:nvPr>
        </p:nvSpPr>
        <p:spPr>
          <a:xfrm>
            <a:off x="1986650" y="3870514"/>
            <a:ext cx="2748900" cy="677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75" name="Google Shape;275;p29"/>
          <p:cNvPicPr preferRelativeResize="0"/>
          <p:nvPr/>
        </p:nvPicPr>
        <p:blipFill rotWithShape="1">
          <a:blip r:embed="rId2">
            <a:alphaModFix/>
          </a:blip>
          <a:srcRect b="0" l="0" r="0" t="0"/>
          <a:stretch/>
        </p:blipFill>
        <p:spPr>
          <a:xfrm rot="-3282886">
            <a:off x="8609178" y="2736320"/>
            <a:ext cx="1774245" cy="4039661"/>
          </a:xfrm>
          <a:prstGeom prst="rect">
            <a:avLst/>
          </a:prstGeom>
          <a:noFill/>
          <a:ln>
            <a:noFill/>
          </a:ln>
        </p:spPr>
      </p:pic>
      <p:pic>
        <p:nvPicPr>
          <p:cNvPr id="276" name="Google Shape;276;p29"/>
          <p:cNvPicPr preferRelativeResize="0"/>
          <p:nvPr/>
        </p:nvPicPr>
        <p:blipFill rotWithShape="1">
          <a:blip r:embed="rId3">
            <a:alphaModFix/>
          </a:blip>
          <a:srcRect b="0" l="0" r="0" t="0"/>
          <a:stretch/>
        </p:blipFill>
        <p:spPr>
          <a:xfrm rot="10800000">
            <a:off x="7797200" y="294118"/>
            <a:ext cx="2504350" cy="1437030"/>
          </a:xfrm>
          <a:prstGeom prst="rect">
            <a:avLst/>
          </a:prstGeom>
          <a:noFill/>
          <a:ln>
            <a:noFill/>
          </a:ln>
        </p:spPr>
      </p:pic>
      <p:pic>
        <p:nvPicPr>
          <p:cNvPr id="277" name="Google Shape;277;p29"/>
          <p:cNvPicPr preferRelativeResize="0"/>
          <p:nvPr/>
        </p:nvPicPr>
        <p:blipFill rotWithShape="1">
          <a:blip r:embed="rId4">
            <a:alphaModFix/>
          </a:blip>
          <a:srcRect b="0" l="0" r="0" t="0"/>
          <a:stretch/>
        </p:blipFill>
        <p:spPr>
          <a:xfrm rot="-4500000">
            <a:off x="-1570436" y="1705650"/>
            <a:ext cx="3031284" cy="217335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4">
    <p:spTree>
      <p:nvGrpSpPr>
        <p:cNvPr id="278" name="Shape 278"/>
        <p:cNvGrpSpPr/>
        <p:nvPr/>
      </p:nvGrpSpPr>
      <p:grpSpPr>
        <a:xfrm>
          <a:off x="0" y="0"/>
          <a:ext cx="0" cy="0"/>
          <a:chOff x="0" y="0"/>
          <a:chExt cx="0" cy="0"/>
        </a:xfrm>
      </p:grpSpPr>
      <p:sp>
        <p:nvSpPr>
          <p:cNvPr id="279" name="Google Shape;279;p30"/>
          <p:cNvSpPr txBox="1"/>
          <p:nvPr>
            <p:ph type="title"/>
          </p:nvPr>
        </p:nvSpPr>
        <p:spPr>
          <a:xfrm>
            <a:off x="757075" y="1306896"/>
            <a:ext cx="2169600" cy="48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280" name="Google Shape;280;p30"/>
          <p:cNvSpPr txBox="1"/>
          <p:nvPr>
            <p:ph idx="1" type="subTitle"/>
          </p:nvPr>
        </p:nvSpPr>
        <p:spPr>
          <a:xfrm>
            <a:off x="757075" y="1706026"/>
            <a:ext cx="2169600" cy="868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81" name="Google Shape;281;p30"/>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2" name="Google Shape;282;p30"/>
          <p:cNvSpPr txBox="1"/>
          <p:nvPr>
            <p:ph idx="3" type="title"/>
          </p:nvPr>
        </p:nvSpPr>
        <p:spPr>
          <a:xfrm>
            <a:off x="757075" y="3304764"/>
            <a:ext cx="2169600" cy="48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283" name="Google Shape;283;p30"/>
          <p:cNvSpPr txBox="1"/>
          <p:nvPr>
            <p:ph idx="4" type="subTitle"/>
          </p:nvPr>
        </p:nvSpPr>
        <p:spPr>
          <a:xfrm>
            <a:off x="757075" y="3703903"/>
            <a:ext cx="2169600" cy="845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84" name="Google Shape;284;p30"/>
          <p:cNvSpPr txBox="1"/>
          <p:nvPr>
            <p:ph idx="5" type="title"/>
          </p:nvPr>
        </p:nvSpPr>
        <p:spPr>
          <a:xfrm>
            <a:off x="6217275" y="1306896"/>
            <a:ext cx="2169600" cy="48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285" name="Google Shape;285;p30"/>
          <p:cNvSpPr txBox="1"/>
          <p:nvPr>
            <p:ph idx="6" type="subTitle"/>
          </p:nvPr>
        </p:nvSpPr>
        <p:spPr>
          <a:xfrm>
            <a:off x="6217275" y="1706026"/>
            <a:ext cx="2169600" cy="86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sp>
        <p:nvSpPr>
          <p:cNvPr id="286" name="Google Shape;286;p30"/>
          <p:cNvSpPr txBox="1"/>
          <p:nvPr>
            <p:ph idx="7" type="title"/>
          </p:nvPr>
        </p:nvSpPr>
        <p:spPr>
          <a:xfrm>
            <a:off x="6217275" y="3304764"/>
            <a:ext cx="2169600" cy="48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287" name="Google Shape;287;p30"/>
          <p:cNvSpPr txBox="1"/>
          <p:nvPr>
            <p:ph idx="8" type="subTitle"/>
          </p:nvPr>
        </p:nvSpPr>
        <p:spPr>
          <a:xfrm>
            <a:off x="6217275" y="3703903"/>
            <a:ext cx="2169600" cy="845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pic>
        <p:nvPicPr>
          <p:cNvPr id="288" name="Google Shape;288;p30"/>
          <p:cNvPicPr preferRelativeResize="0"/>
          <p:nvPr/>
        </p:nvPicPr>
        <p:blipFill rotWithShape="1">
          <a:blip r:embed="rId2">
            <a:alphaModFix/>
          </a:blip>
          <a:srcRect b="0" l="0" r="0" t="0"/>
          <a:stretch/>
        </p:blipFill>
        <p:spPr>
          <a:xfrm flipH="1" rot="5400000">
            <a:off x="-327025" y="-99117"/>
            <a:ext cx="1179500" cy="1528135"/>
          </a:xfrm>
          <a:prstGeom prst="rect">
            <a:avLst/>
          </a:prstGeom>
          <a:noFill/>
          <a:ln>
            <a:noFill/>
          </a:ln>
        </p:spPr>
      </p:pic>
      <p:pic>
        <p:nvPicPr>
          <p:cNvPr id="289" name="Google Shape;289;p30"/>
          <p:cNvPicPr preferRelativeResize="0"/>
          <p:nvPr/>
        </p:nvPicPr>
        <p:blipFill rotWithShape="1">
          <a:blip r:embed="rId3">
            <a:alphaModFix/>
          </a:blip>
          <a:srcRect b="0" l="0" r="0" t="0"/>
          <a:stretch/>
        </p:blipFill>
        <p:spPr>
          <a:xfrm rot="-3">
            <a:off x="8148458" y="2558906"/>
            <a:ext cx="1796434" cy="4090188"/>
          </a:xfrm>
          <a:prstGeom prst="rect">
            <a:avLst/>
          </a:prstGeom>
          <a:noFill/>
          <a:ln>
            <a:noFill/>
          </a:ln>
        </p:spPr>
      </p:pic>
      <p:pic>
        <p:nvPicPr>
          <p:cNvPr id="290" name="Google Shape;290;p30"/>
          <p:cNvPicPr preferRelativeResize="0"/>
          <p:nvPr/>
        </p:nvPicPr>
        <p:blipFill rotWithShape="1">
          <a:blip r:embed="rId4">
            <a:alphaModFix/>
          </a:blip>
          <a:srcRect b="0" l="0" r="0" t="0"/>
          <a:stretch/>
        </p:blipFill>
        <p:spPr>
          <a:xfrm flipH="1" rot="-6873762">
            <a:off x="-762358" y="4141272"/>
            <a:ext cx="2309973" cy="1325469"/>
          </a:xfrm>
          <a:prstGeom prst="rect">
            <a:avLst/>
          </a:prstGeom>
          <a:noFill/>
          <a:ln>
            <a:noFill/>
          </a:ln>
        </p:spPr>
      </p:pic>
      <p:pic>
        <p:nvPicPr>
          <p:cNvPr id="291" name="Google Shape;291;p30"/>
          <p:cNvPicPr preferRelativeResize="0"/>
          <p:nvPr/>
        </p:nvPicPr>
        <p:blipFill rotWithShape="1">
          <a:blip r:embed="rId4">
            <a:alphaModFix/>
          </a:blip>
          <a:srcRect b="0" l="0" r="0" t="0"/>
          <a:stretch/>
        </p:blipFill>
        <p:spPr>
          <a:xfrm flipH="1" rot="-6873762">
            <a:off x="7891692" y="-338928"/>
            <a:ext cx="2309973" cy="1325469"/>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292" name="Shape 292"/>
        <p:cNvGrpSpPr/>
        <p:nvPr/>
      </p:nvGrpSpPr>
      <p:grpSpPr>
        <a:xfrm>
          <a:off x="0" y="0"/>
          <a:ext cx="0" cy="0"/>
          <a:chOff x="0" y="0"/>
          <a:chExt cx="0" cy="0"/>
        </a:xfrm>
      </p:grpSpPr>
      <p:sp>
        <p:nvSpPr>
          <p:cNvPr id="293" name="Google Shape;293;p31"/>
          <p:cNvSpPr txBox="1"/>
          <p:nvPr>
            <p:ph type="title"/>
          </p:nvPr>
        </p:nvSpPr>
        <p:spPr>
          <a:xfrm>
            <a:off x="1624450" y="1629147"/>
            <a:ext cx="2694000" cy="421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4" name="Google Shape;294;p31"/>
          <p:cNvSpPr txBox="1"/>
          <p:nvPr>
            <p:ph idx="1" type="subTitle"/>
          </p:nvPr>
        </p:nvSpPr>
        <p:spPr>
          <a:xfrm>
            <a:off x="1624450" y="1990162"/>
            <a:ext cx="26940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95" name="Google Shape;295;p31"/>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6" name="Google Shape;296;p31"/>
          <p:cNvSpPr txBox="1"/>
          <p:nvPr>
            <p:ph idx="3" type="title"/>
          </p:nvPr>
        </p:nvSpPr>
        <p:spPr>
          <a:xfrm>
            <a:off x="4825396" y="1629147"/>
            <a:ext cx="2694000" cy="421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7" name="Google Shape;297;p31"/>
          <p:cNvSpPr txBox="1"/>
          <p:nvPr>
            <p:ph idx="4" type="subTitle"/>
          </p:nvPr>
        </p:nvSpPr>
        <p:spPr>
          <a:xfrm>
            <a:off x="4825389" y="1990162"/>
            <a:ext cx="2694000" cy="885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98" name="Google Shape;298;p31"/>
          <p:cNvSpPr txBox="1"/>
          <p:nvPr>
            <p:ph idx="5" type="title"/>
          </p:nvPr>
        </p:nvSpPr>
        <p:spPr>
          <a:xfrm>
            <a:off x="1624450" y="2998172"/>
            <a:ext cx="2694000" cy="421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9" name="Google Shape;299;p31"/>
          <p:cNvSpPr txBox="1"/>
          <p:nvPr>
            <p:ph idx="6" type="subTitle"/>
          </p:nvPr>
        </p:nvSpPr>
        <p:spPr>
          <a:xfrm>
            <a:off x="1624450" y="3364383"/>
            <a:ext cx="26940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00" name="Google Shape;300;p31"/>
          <p:cNvSpPr txBox="1"/>
          <p:nvPr>
            <p:ph idx="7" type="title"/>
          </p:nvPr>
        </p:nvSpPr>
        <p:spPr>
          <a:xfrm>
            <a:off x="4825396" y="2998172"/>
            <a:ext cx="2694000" cy="421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1" name="Google Shape;301;p31"/>
          <p:cNvSpPr txBox="1"/>
          <p:nvPr>
            <p:ph idx="8" type="subTitle"/>
          </p:nvPr>
        </p:nvSpPr>
        <p:spPr>
          <a:xfrm>
            <a:off x="4825389" y="3364383"/>
            <a:ext cx="2694000" cy="885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302" name="Google Shape;302;p31"/>
          <p:cNvPicPr preferRelativeResize="0"/>
          <p:nvPr/>
        </p:nvPicPr>
        <p:blipFill rotWithShape="1">
          <a:blip r:embed="rId2">
            <a:alphaModFix/>
          </a:blip>
          <a:srcRect b="0" l="0" r="0" t="0"/>
          <a:stretch/>
        </p:blipFill>
        <p:spPr>
          <a:xfrm rot="7138799">
            <a:off x="7705970" y="-1163991"/>
            <a:ext cx="1449612" cy="3300532"/>
          </a:xfrm>
          <a:prstGeom prst="rect">
            <a:avLst/>
          </a:prstGeom>
          <a:noFill/>
          <a:ln>
            <a:noFill/>
          </a:ln>
        </p:spPr>
      </p:pic>
      <p:pic>
        <p:nvPicPr>
          <p:cNvPr id="303" name="Google Shape;303;p31"/>
          <p:cNvPicPr preferRelativeResize="0"/>
          <p:nvPr/>
        </p:nvPicPr>
        <p:blipFill rotWithShape="1">
          <a:blip r:embed="rId3">
            <a:alphaModFix/>
          </a:blip>
          <a:srcRect b="0" l="0" r="0" t="0"/>
          <a:stretch/>
        </p:blipFill>
        <p:spPr>
          <a:xfrm rot="5400000">
            <a:off x="-616525" y="385275"/>
            <a:ext cx="1393300" cy="1349250"/>
          </a:xfrm>
          <a:prstGeom prst="rect">
            <a:avLst/>
          </a:prstGeom>
          <a:noFill/>
          <a:ln>
            <a:noFill/>
          </a:ln>
        </p:spPr>
      </p:pic>
      <p:pic>
        <p:nvPicPr>
          <p:cNvPr id="304" name="Google Shape;304;p31"/>
          <p:cNvPicPr preferRelativeResize="0"/>
          <p:nvPr/>
        </p:nvPicPr>
        <p:blipFill rotWithShape="1">
          <a:blip r:embed="rId4">
            <a:alphaModFix/>
          </a:blip>
          <a:srcRect b="0" l="0" r="0" t="0"/>
          <a:stretch/>
        </p:blipFill>
        <p:spPr>
          <a:xfrm rot="-5400000">
            <a:off x="5172175" y="3734100"/>
            <a:ext cx="1315650" cy="319145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3">
    <p:spTree>
      <p:nvGrpSpPr>
        <p:cNvPr id="305" name="Shape 305"/>
        <p:cNvGrpSpPr/>
        <p:nvPr/>
      </p:nvGrpSpPr>
      <p:grpSpPr>
        <a:xfrm>
          <a:off x="0" y="0"/>
          <a:ext cx="0" cy="0"/>
          <a:chOff x="0" y="0"/>
          <a:chExt cx="0" cy="0"/>
        </a:xfrm>
      </p:grpSpPr>
      <p:sp>
        <p:nvSpPr>
          <p:cNvPr id="306" name="Google Shape;306;p32"/>
          <p:cNvSpPr txBox="1"/>
          <p:nvPr>
            <p:ph type="title"/>
          </p:nvPr>
        </p:nvSpPr>
        <p:spPr>
          <a:xfrm>
            <a:off x="909500" y="15253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7" name="Google Shape;307;p32"/>
          <p:cNvSpPr txBox="1"/>
          <p:nvPr>
            <p:ph idx="1" type="subTitle"/>
          </p:nvPr>
        </p:nvSpPr>
        <p:spPr>
          <a:xfrm>
            <a:off x="909500" y="1899670"/>
            <a:ext cx="2169600" cy="69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08" name="Google Shape;308;p32"/>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9" name="Google Shape;309;p32"/>
          <p:cNvSpPr txBox="1"/>
          <p:nvPr>
            <p:ph idx="3" type="title"/>
          </p:nvPr>
        </p:nvSpPr>
        <p:spPr>
          <a:xfrm>
            <a:off x="3487200" y="1525325"/>
            <a:ext cx="2169600" cy="3813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0" name="Google Shape;310;p32"/>
          <p:cNvSpPr txBox="1"/>
          <p:nvPr>
            <p:ph idx="4" type="subTitle"/>
          </p:nvPr>
        </p:nvSpPr>
        <p:spPr>
          <a:xfrm>
            <a:off x="3487200" y="1895925"/>
            <a:ext cx="2169600" cy="69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11" name="Google Shape;311;p32"/>
          <p:cNvSpPr txBox="1"/>
          <p:nvPr>
            <p:ph idx="5" type="title"/>
          </p:nvPr>
        </p:nvSpPr>
        <p:spPr>
          <a:xfrm>
            <a:off x="6064900" y="1525325"/>
            <a:ext cx="2169600" cy="3813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2" name="Google Shape;312;p32"/>
          <p:cNvSpPr txBox="1"/>
          <p:nvPr>
            <p:ph idx="6" type="subTitle"/>
          </p:nvPr>
        </p:nvSpPr>
        <p:spPr>
          <a:xfrm>
            <a:off x="6064900" y="1895925"/>
            <a:ext cx="2169600" cy="69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13" name="Google Shape;313;p32"/>
          <p:cNvSpPr txBox="1"/>
          <p:nvPr>
            <p:ph idx="7" type="title"/>
          </p:nvPr>
        </p:nvSpPr>
        <p:spPr>
          <a:xfrm>
            <a:off x="2198450" y="3023347"/>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4" name="Google Shape;314;p32"/>
          <p:cNvSpPr txBox="1"/>
          <p:nvPr>
            <p:ph idx="8" type="subTitle"/>
          </p:nvPr>
        </p:nvSpPr>
        <p:spPr>
          <a:xfrm>
            <a:off x="2198450" y="3397695"/>
            <a:ext cx="2169600" cy="697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15" name="Google Shape;315;p32"/>
          <p:cNvSpPr txBox="1"/>
          <p:nvPr>
            <p:ph idx="9" type="title"/>
          </p:nvPr>
        </p:nvSpPr>
        <p:spPr>
          <a:xfrm>
            <a:off x="4776150" y="3023347"/>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6" name="Google Shape;316;p32"/>
          <p:cNvSpPr txBox="1"/>
          <p:nvPr>
            <p:ph idx="13" type="subTitle"/>
          </p:nvPr>
        </p:nvSpPr>
        <p:spPr>
          <a:xfrm>
            <a:off x="4776151" y="3397695"/>
            <a:ext cx="2169600" cy="69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317" name="Google Shape;317;p32"/>
          <p:cNvPicPr preferRelativeResize="0"/>
          <p:nvPr/>
        </p:nvPicPr>
        <p:blipFill rotWithShape="1">
          <a:blip r:embed="rId2">
            <a:alphaModFix/>
          </a:blip>
          <a:srcRect b="0" l="0" r="0" t="0"/>
          <a:stretch/>
        </p:blipFill>
        <p:spPr>
          <a:xfrm rot="6199968">
            <a:off x="-234025" y="3712198"/>
            <a:ext cx="1858776" cy="1800008"/>
          </a:xfrm>
          <a:prstGeom prst="rect">
            <a:avLst/>
          </a:prstGeom>
          <a:noFill/>
          <a:ln>
            <a:noFill/>
          </a:ln>
        </p:spPr>
      </p:pic>
      <p:pic>
        <p:nvPicPr>
          <p:cNvPr id="318" name="Google Shape;318;p32"/>
          <p:cNvPicPr preferRelativeResize="0"/>
          <p:nvPr/>
        </p:nvPicPr>
        <p:blipFill rotWithShape="1">
          <a:blip r:embed="rId3">
            <a:alphaModFix/>
          </a:blip>
          <a:srcRect b="0" l="0" r="0" t="0"/>
          <a:stretch/>
        </p:blipFill>
        <p:spPr>
          <a:xfrm rot="-7811237">
            <a:off x="-1300104" y="3696376"/>
            <a:ext cx="3782333" cy="2711845"/>
          </a:xfrm>
          <a:prstGeom prst="rect">
            <a:avLst/>
          </a:prstGeom>
          <a:noFill/>
          <a:ln>
            <a:noFill/>
          </a:ln>
        </p:spPr>
      </p:pic>
      <p:pic>
        <p:nvPicPr>
          <p:cNvPr id="319" name="Google Shape;319;p32"/>
          <p:cNvPicPr preferRelativeResize="0"/>
          <p:nvPr/>
        </p:nvPicPr>
        <p:blipFill rotWithShape="1">
          <a:blip r:embed="rId2">
            <a:alphaModFix/>
          </a:blip>
          <a:srcRect b="0" l="0" r="0" t="0"/>
          <a:stretch/>
        </p:blipFill>
        <p:spPr>
          <a:xfrm flipH="1" rot="-6199968">
            <a:off x="7533836" y="3712198"/>
            <a:ext cx="1858776" cy="1800008"/>
          </a:xfrm>
          <a:prstGeom prst="rect">
            <a:avLst/>
          </a:prstGeom>
          <a:noFill/>
          <a:ln>
            <a:noFill/>
          </a:ln>
        </p:spPr>
      </p:pic>
      <p:pic>
        <p:nvPicPr>
          <p:cNvPr id="320" name="Google Shape;320;p32"/>
          <p:cNvPicPr preferRelativeResize="0"/>
          <p:nvPr/>
        </p:nvPicPr>
        <p:blipFill rotWithShape="1">
          <a:blip r:embed="rId3">
            <a:alphaModFix/>
          </a:blip>
          <a:srcRect b="0" l="0" r="0" t="0"/>
          <a:stretch/>
        </p:blipFill>
        <p:spPr>
          <a:xfrm flipH="1" rot="7811237">
            <a:off x="6676359" y="3696376"/>
            <a:ext cx="3782333" cy="2711845"/>
          </a:xfrm>
          <a:prstGeom prst="rect">
            <a:avLst/>
          </a:prstGeom>
          <a:noFill/>
          <a:ln>
            <a:noFill/>
          </a:ln>
        </p:spPr>
      </p:pic>
      <p:pic>
        <p:nvPicPr>
          <p:cNvPr id="321" name="Google Shape;321;p32"/>
          <p:cNvPicPr preferRelativeResize="0"/>
          <p:nvPr/>
        </p:nvPicPr>
        <p:blipFill rotWithShape="1">
          <a:blip r:embed="rId4">
            <a:alphaModFix/>
          </a:blip>
          <a:srcRect b="0" l="0" r="0" t="0"/>
          <a:stretch/>
        </p:blipFill>
        <p:spPr>
          <a:xfrm flipH="1" rot="10800000">
            <a:off x="7789500" y="-310000"/>
            <a:ext cx="1572000" cy="2036650"/>
          </a:xfrm>
          <a:prstGeom prst="rect">
            <a:avLst/>
          </a:prstGeom>
          <a:noFill/>
          <a:ln>
            <a:noFill/>
          </a:ln>
        </p:spPr>
      </p:pic>
      <p:pic>
        <p:nvPicPr>
          <p:cNvPr id="322" name="Google Shape;322;p32"/>
          <p:cNvPicPr preferRelativeResize="0"/>
          <p:nvPr/>
        </p:nvPicPr>
        <p:blipFill rotWithShape="1">
          <a:blip r:embed="rId5">
            <a:alphaModFix/>
          </a:blip>
          <a:srcRect b="0" l="0" r="0" t="0"/>
          <a:stretch/>
        </p:blipFill>
        <p:spPr>
          <a:xfrm rot="-8859426">
            <a:off x="-497012" y="-346111"/>
            <a:ext cx="2569104" cy="1474162"/>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15">
    <p:spTree>
      <p:nvGrpSpPr>
        <p:cNvPr id="323" name="Shape 323"/>
        <p:cNvGrpSpPr/>
        <p:nvPr/>
      </p:nvGrpSpPr>
      <p:grpSpPr>
        <a:xfrm>
          <a:off x="0" y="0"/>
          <a:ext cx="0" cy="0"/>
          <a:chOff x="0" y="0"/>
          <a:chExt cx="0" cy="0"/>
        </a:xfrm>
      </p:grpSpPr>
      <p:sp>
        <p:nvSpPr>
          <p:cNvPr id="324" name="Google Shape;324;p33"/>
          <p:cNvSpPr txBox="1"/>
          <p:nvPr>
            <p:ph type="title"/>
          </p:nvPr>
        </p:nvSpPr>
        <p:spPr>
          <a:xfrm>
            <a:off x="4984225" y="768100"/>
            <a:ext cx="3446400" cy="11274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25" name="Google Shape;325;p33"/>
          <p:cNvPicPr preferRelativeResize="0"/>
          <p:nvPr/>
        </p:nvPicPr>
        <p:blipFill rotWithShape="1">
          <a:blip r:embed="rId2">
            <a:alphaModFix/>
          </a:blip>
          <a:srcRect b="0" l="0" r="0" t="0"/>
          <a:stretch/>
        </p:blipFill>
        <p:spPr>
          <a:xfrm flipH="1" rot="-10505536">
            <a:off x="6663982" y="1615757"/>
            <a:ext cx="2309973" cy="1325469"/>
          </a:xfrm>
          <a:prstGeom prst="rect">
            <a:avLst/>
          </a:prstGeom>
          <a:noFill/>
          <a:ln>
            <a:noFill/>
          </a:ln>
        </p:spPr>
      </p:pic>
      <p:pic>
        <p:nvPicPr>
          <p:cNvPr id="326" name="Google Shape;326;p33"/>
          <p:cNvPicPr preferRelativeResize="0"/>
          <p:nvPr/>
        </p:nvPicPr>
        <p:blipFill rotWithShape="1">
          <a:blip r:embed="rId3">
            <a:alphaModFix/>
          </a:blip>
          <a:srcRect b="0" l="0" r="0" t="0"/>
          <a:stretch/>
        </p:blipFill>
        <p:spPr>
          <a:xfrm flipH="1" rot="-2231359">
            <a:off x="4793010" y="2004157"/>
            <a:ext cx="1655192" cy="1602859"/>
          </a:xfrm>
          <a:prstGeom prst="rect">
            <a:avLst/>
          </a:prstGeom>
          <a:noFill/>
          <a:ln>
            <a:noFill/>
          </a:ln>
        </p:spPr>
      </p:pic>
      <p:pic>
        <p:nvPicPr>
          <p:cNvPr id="327" name="Google Shape;327;p33"/>
          <p:cNvPicPr preferRelativeResize="0"/>
          <p:nvPr/>
        </p:nvPicPr>
        <p:blipFill rotWithShape="1">
          <a:blip r:embed="rId4">
            <a:alphaModFix/>
          </a:blip>
          <a:srcRect b="0" l="0" r="0" t="0"/>
          <a:stretch/>
        </p:blipFill>
        <p:spPr>
          <a:xfrm flipH="1" rot="-3830222">
            <a:off x="5663599" y="1070997"/>
            <a:ext cx="1733750" cy="3947449"/>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16">
    <p:spTree>
      <p:nvGrpSpPr>
        <p:cNvPr id="328" name="Shape 328"/>
        <p:cNvGrpSpPr/>
        <p:nvPr/>
      </p:nvGrpSpPr>
      <p:grpSpPr>
        <a:xfrm>
          <a:off x="0" y="0"/>
          <a:ext cx="0" cy="0"/>
          <a:chOff x="0" y="0"/>
          <a:chExt cx="0" cy="0"/>
        </a:xfrm>
      </p:grpSpPr>
      <p:sp>
        <p:nvSpPr>
          <p:cNvPr id="329" name="Google Shape;329;p34"/>
          <p:cNvSpPr txBox="1"/>
          <p:nvPr>
            <p:ph type="title"/>
          </p:nvPr>
        </p:nvSpPr>
        <p:spPr>
          <a:xfrm>
            <a:off x="909500" y="2823375"/>
            <a:ext cx="2169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0" name="Google Shape;330;p34"/>
          <p:cNvSpPr txBox="1"/>
          <p:nvPr>
            <p:ph idx="1" type="subTitle"/>
          </p:nvPr>
        </p:nvSpPr>
        <p:spPr>
          <a:xfrm>
            <a:off x="909500" y="3222500"/>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31" name="Google Shape;331;p34"/>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2" name="Google Shape;332;p34"/>
          <p:cNvSpPr txBox="1"/>
          <p:nvPr>
            <p:ph idx="3" type="title"/>
          </p:nvPr>
        </p:nvSpPr>
        <p:spPr>
          <a:xfrm>
            <a:off x="3487200" y="2823375"/>
            <a:ext cx="2169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3" name="Google Shape;333;p34"/>
          <p:cNvSpPr txBox="1"/>
          <p:nvPr>
            <p:ph idx="4" type="subTitle"/>
          </p:nvPr>
        </p:nvSpPr>
        <p:spPr>
          <a:xfrm>
            <a:off x="3487200" y="3222500"/>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34" name="Google Shape;334;p34"/>
          <p:cNvSpPr txBox="1"/>
          <p:nvPr>
            <p:ph idx="5" type="title"/>
          </p:nvPr>
        </p:nvSpPr>
        <p:spPr>
          <a:xfrm>
            <a:off x="6064900" y="2823375"/>
            <a:ext cx="2169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5" name="Google Shape;335;p34"/>
          <p:cNvSpPr txBox="1"/>
          <p:nvPr>
            <p:ph idx="6" type="subTitle"/>
          </p:nvPr>
        </p:nvSpPr>
        <p:spPr>
          <a:xfrm>
            <a:off x="6064900" y="3222500"/>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336" name="Google Shape;336;p34"/>
          <p:cNvPicPr preferRelativeResize="0"/>
          <p:nvPr/>
        </p:nvPicPr>
        <p:blipFill rotWithShape="1">
          <a:blip r:embed="rId2">
            <a:alphaModFix/>
          </a:blip>
          <a:srcRect b="0" l="0" r="0" t="0"/>
          <a:stretch/>
        </p:blipFill>
        <p:spPr>
          <a:xfrm rot="5400000">
            <a:off x="3365525" y="4494600"/>
            <a:ext cx="1393300" cy="1349250"/>
          </a:xfrm>
          <a:prstGeom prst="rect">
            <a:avLst/>
          </a:prstGeom>
          <a:noFill/>
          <a:ln>
            <a:noFill/>
          </a:ln>
        </p:spPr>
      </p:pic>
      <p:pic>
        <p:nvPicPr>
          <p:cNvPr id="337" name="Google Shape;337;p34"/>
          <p:cNvPicPr preferRelativeResize="0"/>
          <p:nvPr/>
        </p:nvPicPr>
        <p:blipFill>
          <a:blip r:embed="rId3">
            <a:alphaModFix/>
          </a:blip>
          <a:stretch>
            <a:fillRect/>
          </a:stretch>
        </p:blipFill>
        <p:spPr>
          <a:xfrm flipH="1" rot="5400000">
            <a:off x="-894996" y="3327325"/>
            <a:ext cx="1659025" cy="1532125"/>
          </a:xfrm>
          <a:prstGeom prst="rect">
            <a:avLst/>
          </a:prstGeom>
          <a:noFill/>
          <a:ln>
            <a:noFill/>
          </a:ln>
        </p:spPr>
      </p:pic>
      <p:pic>
        <p:nvPicPr>
          <p:cNvPr id="338" name="Google Shape;338;p34"/>
          <p:cNvPicPr preferRelativeResize="0"/>
          <p:nvPr/>
        </p:nvPicPr>
        <p:blipFill rotWithShape="1">
          <a:blip r:embed="rId4">
            <a:alphaModFix/>
          </a:blip>
          <a:srcRect b="0" l="0" r="0" t="0"/>
          <a:stretch/>
        </p:blipFill>
        <p:spPr>
          <a:xfrm flipH="1" rot="9355986">
            <a:off x="7885512" y="311450"/>
            <a:ext cx="1328784" cy="3223299"/>
          </a:xfrm>
          <a:prstGeom prst="rect">
            <a:avLst/>
          </a:prstGeom>
          <a:noFill/>
          <a:ln>
            <a:noFill/>
          </a:ln>
        </p:spPr>
      </p:pic>
      <p:pic>
        <p:nvPicPr>
          <p:cNvPr id="339" name="Google Shape;339;p34"/>
          <p:cNvPicPr preferRelativeResize="0"/>
          <p:nvPr/>
        </p:nvPicPr>
        <p:blipFill rotWithShape="1">
          <a:blip r:embed="rId5">
            <a:alphaModFix/>
          </a:blip>
          <a:srcRect b="0" l="0" r="0" t="0"/>
          <a:stretch/>
        </p:blipFill>
        <p:spPr>
          <a:xfrm rot="-5400008">
            <a:off x="-1988630" y="-2484802"/>
            <a:ext cx="2002458" cy="4559254"/>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8">
    <p:spTree>
      <p:nvGrpSpPr>
        <p:cNvPr id="340" name="Shape 340"/>
        <p:cNvGrpSpPr/>
        <p:nvPr/>
      </p:nvGrpSpPr>
      <p:grpSpPr>
        <a:xfrm>
          <a:off x="0" y="0"/>
          <a:ext cx="0" cy="0"/>
          <a:chOff x="0" y="0"/>
          <a:chExt cx="0" cy="0"/>
        </a:xfrm>
      </p:grpSpPr>
      <p:pic>
        <p:nvPicPr>
          <p:cNvPr id="341" name="Google Shape;341;p35"/>
          <p:cNvPicPr preferRelativeResize="0"/>
          <p:nvPr/>
        </p:nvPicPr>
        <p:blipFill rotWithShape="1">
          <a:blip r:embed="rId2">
            <a:alphaModFix/>
          </a:blip>
          <a:srcRect b="0" l="0" r="0" t="0"/>
          <a:stretch/>
        </p:blipFill>
        <p:spPr>
          <a:xfrm rot="3883291">
            <a:off x="6949222" y="2701194"/>
            <a:ext cx="2569104" cy="1474162"/>
          </a:xfrm>
          <a:prstGeom prst="rect">
            <a:avLst/>
          </a:prstGeom>
          <a:noFill/>
          <a:ln>
            <a:noFill/>
          </a:ln>
        </p:spPr>
      </p:pic>
      <p:pic>
        <p:nvPicPr>
          <p:cNvPr id="342" name="Google Shape;342;p35"/>
          <p:cNvPicPr preferRelativeResize="0"/>
          <p:nvPr/>
        </p:nvPicPr>
        <p:blipFill rotWithShape="1">
          <a:blip r:embed="rId3">
            <a:alphaModFix/>
          </a:blip>
          <a:srcRect b="0" l="0" r="0" t="0"/>
          <a:stretch/>
        </p:blipFill>
        <p:spPr>
          <a:xfrm>
            <a:off x="8070088" y="823967"/>
            <a:ext cx="1840875" cy="1782665"/>
          </a:xfrm>
          <a:prstGeom prst="rect">
            <a:avLst/>
          </a:prstGeom>
          <a:noFill/>
          <a:ln>
            <a:noFill/>
          </a:ln>
        </p:spPr>
      </p:pic>
      <p:pic>
        <p:nvPicPr>
          <p:cNvPr id="343" name="Google Shape;343;p35"/>
          <p:cNvPicPr preferRelativeResize="0"/>
          <p:nvPr/>
        </p:nvPicPr>
        <p:blipFill rotWithShape="1">
          <a:blip r:embed="rId4">
            <a:alphaModFix/>
          </a:blip>
          <a:srcRect b="0" l="0" r="0" t="0"/>
          <a:stretch/>
        </p:blipFill>
        <p:spPr>
          <a:xfrm rot="-1639246">
            <a:off x="8218900" y="3060775"/>
            <a:ext cx="1733751" cy="3947450"/>
          </a:xfrm>
          <a:prstGeom prst="rect">
            <a:avLst/>
          </a:prstGeom>
          <a:noFill/>
          <a:ln>
            <a:noFill/>
          </a:ln>
        </p:spPr>
      </p:pic>
      <p:pic>
        <p:nvPicPr>
          <p:cNvPr id="344" name="Google Shape;344;p35"/>
          <p:cNvPicPr preferRelativeResize="0"/>
          <p:nvPr/>
        </p:nvPicPr>
        <p:blipFill rotWithShape="1">
          <a:blip r:embed="rId3">
            <a:alphaModFix/>
          </a:blip>
          <a:srcRect b="0" l="0" r="0" t="0"/>
          <a:stretch/>
        </p:blipFill>
        <p:spPr>
          <a:xfrm rot="5400000">
            <a:off x="5587037" y="3103483"/>
            <a:ext cx="1947425" cy="1885850"/>
          </a:xfrm>
          <a:prstGeom prst="rect">
            <a:avLst/>
          </a:prstGeom>
          <a:noFill/>
          <a:ln>
            <a:noFill/>
          </a:ln>
        </p:spPr>
      </p:pic>
      <p:pic>
        <p:nvPicPr>
          <p:cNvPr id="345" name="Google Shape;345;p35"/>
          <p:cNvPicPr preferRelativeResize="0"/>
          <p:nvPr/>
        </p:nvPicPr>
        <p:blipFill rotWithShape="1">
          <a:blip r:embed="rId5">
            <a:alphaModFix/>
          </a:blip>
          <a:srcRect b="0" l="0" r="0" t="0"/>
          <a:stretch/>
        </p:blipFill>
        <p:spPr>
          <a:xfrm rot="10800000">
            <a:off x="5850653" y="-815900"/>
            <a:ext cx="2927674" cy="2271225"/>
          </a:xfrm>
          <a:prstGeom prst="rect">
            <a:avLst/>
          </a:prstGeom>
          <a:noFill/>
          <a:ln>
            <a:noFill/>
          </a:ln>
        </p:spPr>
      </p:pic>
      <p:pic>
        <p:nvPicPr>
          <p:cNvPr id="346" name="Google Shape;346;p35"/>
          <p:cNvPicPr preferRelativeResize="0"/>
          <p:nvPr/>
        </p:nvPicPr>
        <p:blipFill>
          <a:blip r:embed="rId6">
            <a:alphaModFix/>
          </a:blip>
          <a:stretch>
            <a:fillRect/>
          </a:stretch>
        </p:blipFill>
        <p:spPr>
          <a:xfrm rot="7597377">
            <a:off x="5367339" y="1429880"/>
            <a:ext cx="2386824" cy="4381382"/>
          </a:xfrm>
          <a:prstGeom prst="rect">
            <a:avLst/>
          </a:prstGeom>
          <a:noFill/>
          <a:ln>
            <a:noFill/>
          </a:ln>
        </p:spPr>
      </p:pic>
      <p:sp>
        <p:nvSpPr>
          <p:cNvPr id="347" name="Google Shape;347;p35"/>
          <p:cNvSpPr txBox="1"/>
          <p:nvPr>
            <p:ph hasCustomPrompt="1" type="title"/>
          </p:nvPr>
        </p:nvSpPr>
        <p:spPr>
          <a:xfrm>
            <a:off x="713225" y="1581200"/>
            <a:ext cx="4437000" cy="1406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12000"/>
              <a:buNone/>
              <a:defRPr sz="9600"/>
            </a:lvl1pPr>
            <a:lvl2pPr lvl="1" rtl="0" algn="l">
              <a:spcBef>
                <a:spcPts val="0"/>
              </a:spcBef>
              <a:spcAft>
                <a:spcPts val="0"/>
              </a:spcAft>
              <a:buSzPts val="12000"/>
              <a:buNone/>
              <a:defRPr sz="12000"/>
            </a:lvl2pPr>
            <a:lvl3pPr lvl="2" rtl="0" algn="l">
              <a:spcBef>
                <a:spcPts val="0"/>
              </a:spcBef>
              <a:spcAft>
                <a:spcPts val="0"/>
              </a:spcAft>
              <a:buSzPts val="12000"/>
              <a:buNone/>
              <a:defRPr sz="12000"/>
            </a:lvl3pPr>
            <a:lvl4pPr lvl="3" rtl="0" algn="l">
              <a:spcBef>
                <a:spcPts val="0"/>
              </a:spcBef>
              <a:spcAft>
                <a:spcPts val="0"/>
              </a:spcAft>
              <a:buSzPts val="12000"/>
              <a:buNone/>
              <a:defRPr sz="12000"/>
            </a:lvl4pPr>
            <a:lvl5pPr lvl="4" rtl="0" algn="l">
              <a:spcBef>
                <a:spcPts val="0"/>
              </a:spcBef>
              <a:spcAft>
                <a:spcPts val="0"/>
              </a:spcAft>
              <a:buSzPts val="12000"/>
              <a:buNone/>
              <a:defRPr sz="12000"/>
            </a:lvl5pPr>
            <a:lvl6pPr lvl="5" rtl="0" algn="l">
              <a:spcBef>
                <a:spcPts val="0"/>
              </a:spcBef>
              <a:spcAft>
                <a:spcPts val="0"/>
              </a:spcAft>
              <a:buSzPts val="12000"/>
              <a:buNone/>
              <a:defRPr sz="12000"/>
            </a:lvl6pPr>
            <a:lvl7pPr lvl="6" rtl="0" algn="l">
              <a:spcBef>
                <a:spcPts val="0"/>
              </a:spcBef>
              <a:spcAft>
                <a:spcPts val="0"/>
              </a:spcAft>
              <a:buSzPts val="12000"/>
              <a:buNone/>
              <a:defRPr sz="12000"/>
            </a:lvl7pPr>
            <a:lvl8pPr lvl="7" rtl="0" algn="l">
              <a:spcBef>
                <a:spcPts val="0"/>
              </a:spcBef>
              <a:spcAft>
                <a:spcPts val="0"/>
              </a:spcAft>
              <a:buSzPts val="12000"/>
              <a:buNone/>
              <a:defRPr sz="12000"/>
            </a:lvl8pPr>
            <a:lvl9pPr lvl="8" rtl="0" algn="l">
              <a:spcBef>
                <a:spcPts val="0"/>
              </a:spcBef>
              <a:spcAft>
                <a:spcPts val="0"/>
              </a:spcAft>
              <a:buSzPts val="12000"/>
              <a:buNone/>
              <a:defRPr sz="12000"/>
            </a:lvl9pPr>
          </a:lstStyle>
          <a:p>
            <a:r>
              <a:t>xx%</a:t>
            </a:r>
          </a:p>
        </p:txBody>
      </p:sp>
      <p:sp>
        <p:nvSpPr>
          <p:cNvPr id="348" name="Google Shape;348;p35"/>
          <p:cNvSpPr txBox="1"/>
          <p:nvPr>
            <p:ph idx="1" type="body"/>
          </p:nvPr>
        </p:nvSpPr>
        <p:spPr>
          <a:xfrm>
            <a:off x="713225" y="3072700"/>
            <a:ext cx="4437000" cy="4896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pic>
        <p:nvPicPr>
          <p:cNvPr id="349" name="Google Shape;349;p35"/>
          <p:cNvPicPr preferRelativeResize="0"/>
          <p:nvPr/>
        </p:nvPicPr>
        <p:blipFill rotWithShape="1">
          <a:blip r:embed="rId4">
            <a:alphaModFix/>
          </a:blip>
          <a:srcRect b="0" l="0" r="0" t="0"/>
          <a:stretch/>
        </p:blipFill>
        <p:spPr>
          <a:xfrm rot="-2894983">
            <a:off x="5600400" y="-717375"/>
            <a:ext cx="1733751" cy="39474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9">
    <p:spTree>
      <p:nvGrpSpPr>
        <p:cNvPr id="350" name="Shape 350"/>
        <p:cNvGrpSpPr/>
        <p:nvPr/>
      </p:nvGrpSpPr>
      <p:grpSpPr>
        <a:xfrm>
          <a:off x="0" y="0"/>
          <a:ext cx="0" cy="0"/>
          <a:chOff x="0" y="0"/>
          <a:chExt cx="0" cy="0"/>
        </a:xfrm>
      </p:grpSpPr>
      <p:sp>
        <p:nvSpPr>
          <p:cNvPr id="351" name="Google Shape;351;p36"/>
          <p:cNvSpPr txBox="1"/>
          <p:nvPr>
            <p:ph type="title"/>
          </p:nvPr>
        </p:nvSpPr>
        <p:spPr>
          <a:xfrm>
            <a:off x="2548800" y="2057313"/>
            <a:ext cx="4046400" cy="6018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52" name="Google Shape;352;p36"/>
          <p:cNvSpPr txBox="1"/>
          <p:nvPr>
            <p:ph idx="1" type="body"/>
          </p:nvPr>
        </p:nvSpPr>
        <p:spPr>
          <a:xfrm>
            <a:off x="2548800" y="2718094"/>
            <a:ext cx="4046400" cy="1434900"/>
          </a:xfrm>
          <a:prstGeom prst="rect">
            <a:avLst/>
          </a:prstGeom>
        </p:spPr>
        <p:txBody>
          <a:bodyPr anchorCtr="0" anchor="t" bIns="91425" lIns="91425" spcFirstLastPara="1" rIns="91425" wrap="square" tIns="91425">
            <a:noAutofit/>
          </a:bodyPr>
          <a:lstStyle>
            <a:lvl1pPr indent="-304800" lvl="0" marL="457200" rtl="0" algn="ctr">
              <a:spcBef>
                <a:spcPts val="0"/>
              </a:spcBef>
              <a:spcAft>
                <a:spcPts val="0"/>
              </a:spcAft>
              <a:buSzPts val="1200"/>
              <a:buChar char="●"/>
              <a:defRPr/>
            </a:lvl1pPr>
            <a:lvl2pPr indent="-304800" lvl="1" marL="914400" rtl="0" algn="ctr">
              <a:spcBef>
                <a:spcPts val="0"/>
              </a:spcBef>
              <a:spcAft>
                <a:spcPts val="0"/>
              </a:spcAft>
              <a:buSzPts val="1200"/>
              <a:buChar char="○"/>
              <a:defRPr sz="1200"/>
            </a:lvl2pPr>
            <a:lvl3pPr indent="-304800" lvl="2" marL="1371600" rtl="0" algn="ctr">
              <a:spcBef>
                <a:spcPts val="0"/>
              </a:spcBef>
              <a:spcAft>
                <a:spcPts val="0"/>
              </a:spcAft>
              <a:buSzPts val="1200"/>
              <a:buChar char="■"/>
              <a:defRPr sz="1200"/>
            </a:lvl3pPr>
            <a:lvl4pPr indent="-304800" lvl="3" marL="1828800" rtl="0" algn="ctr">
              <a:spcBef>
                <a:spcPts val="0"/>
              </a:spcBef>
              <a:spcAft>
                <a:spcPts val="0"/>
              </a:spcAft>
              <a:buSzPts val="1200"/>
              <a:buChar char="●"/>
              <a:defRPr sz="1200"/>
            </a:lvl4pPr>
            <a:lvl5pPr indent="-304800" lvl="4" marL="2286000" rtl="0" algn="ctr">
              <a:spcBef>
                <a:spcPts val="0"/>
              </a:spcBef>
              <a:spcAft>
                <a:spcPts val="0"/>
              </a:spcAft>
              <a:buSzPts val="1200"/>
              <a:buChar char="○"/>
              <a:defRPr sz="1200"/>
            </a:lvl5pPr>
            <a:lvl6pPr indent="-304800" lvl="5" marL="2743200" rtl="0" algn="ctr">
              <a:spcBef>
                <a:spcPts val="0"/>
              </a:spcBef>
              <a:spcAft>
                <a:spcPts val="0"/>
              </a:spcAft>
              <a:buSzPts val="1200"/>
              <a:buChar char="■"/>
              <a:defRPr sz="1200"/>
            </a:lvl6pPr>
            <a:lvl7pPr indent="-304800" lvl="6" marL="3200400" rtl="0" algn="ctr">
              <a:spcBef>
                <a:spcPts val="0"/>
              </a:spcBef>
              <a:spcAft>
                <a:spcPts val="0"/>
              </a:spcAft>
              <a:buSzPts val="1200"/>
              <a:buChar char="●"/>
              <a:defRPr sz="1200"/>
            </a:lvl7pPr>
            <a:lvl8pPr indent="-304800" lvl="7" marL="3657600" rtl="0" algn="ctr">
              <a:spcBef>
                <a:spcPts val="0"/>
              </a:spcBef>
              <a:spcAft>
                <a:spcPts val="0"/>
              </a:spcAft>
              <a:buSzPts val="1200"/>
              <a:buChar char="○"/>
              <a:defRPr sz="1200"/>
            </a:lvl8pPr>
            <a:lvl9pPr indent="-304800" lvl="8" marL="4114800" rtl="0" algn="ctr">
              <a:spcBef>
                <a:spcPts val="0"/>
              </a:spcBef>
              <a:spcAft>
                <a:spcPts val="0"/>
              </a:spcAft>
              <a:buSzPts val="1200"/>
              <a:buChar char="■"/>
              <a:defRPr sz="1200"/>
            </a:lvl9pPr>
          </a:lstStyle>
          <a:p/>
        </p:txBody>
      </p:sp>
      <p:pic>
        <p:nvPicPr>
          <p:cNvPr id="353" name="Google Shape;353;p36"/>
          <p:cNvPicPr preferRelativeResize="0"/>
          <p:nvPr/>
        </p:nvPicPr>
        <p:blipFill rotWithShape="1">
          <a:blip r:embed="rId2">
            <a:alphaModFix/>
          </a:blip>
          <a:srcRect b="0" l="0" r="0" t="0"/>
          <a:stretch/>
        </p:blipFill>
        <p:spPr>
          <a:xfrm rot="5400000">
            <a:off x="7175112" y="3103483"/>
            <a:ext cx="1947425" cy="1885850"/>
          </a:xfrm>
          <a:prstGeom prst="rect">
            <a:avLst/>
          </a:prstGeom>
          <a:noFill/>
          <a:ln>
            <a:noFill/>
          </a:ln>
        </p:spPr>
      </p:pic>
      <p:pic>
        <p:nvPicPr>
          <p:cNvPr id="354" name="Google Shape;354;p36"/>
          <p:cNvPicPr preferRelativeResize="0"/>
          <p:nvPr/>
        </p:nvPicPr>
        <p:blipFill rotWithShape="1">
          <a:blip r:embed="rId3">
            <a:alphaModFix/>
          </a:blip>
          <a:srcRect b="0" l="0" r="0" t="0"/>
          <a:stretch/>
        </p:blipFill>
        <p:spPr>
          <a:xfrm rot="10800000">
            <a:off x="7438728" y="-815900"/>
            <a:ext cx="2927674" cy="2271225"/>
          </a:xfrm>
          <a:prstGeom prst="rect">
            <a:avLst/>
          </a:prstGeom>
          <a:noFill/>
          <a:ln>
            <a:noFill/>
          </a:ln>
        </p:spPr>
      </p:pic>
      <p:pic>
        <p:nvPicPr>
          <p:cNvPr id="355" name="Google Shape;355;p36"/>
          <p:cNvPicPr preferRelativeResize="0"/>
          <p:nvPr/>
        </p:nvPicPr>
        <p:blipFill>
          <a:blip r:embed="rId4">
            <a:alphaModFix/>
          </a:blip>
          <a:stretch>
            <a:fillRect/>
          </a:stretch>
        </p:blipFill>
        <p:spPr>
          <a:xfrm rot="7597377">
            <a:off x="6955414" y="1429880"/>
            <a:ext cx="2386824" cy="4381382"/>
          </a:xfrm>
          <a:prstGeom prst="rect">
            <a:avLst/>
          </a:prstGeom>
          <a:noFill/>
          <a:ln>
            <a:noFill/>
          </a:ln>
        </p:spPr>
      </p:pic>
      <p:pic>
        <p:nvPicPr>
          <p:cNvPr id="356" name="Google Shape;356;p36"/>
          <p:cNvPicPr preferRelativeResize="0"/>
          <p:nvPr/>
        </p:nvPicPr>
        <p:blipFill rotWithShape="1">
          <a:blip r:embed="rId5">
            <a:alphaModFix/>
          </a:blip>
          <a:srcRect b="0" l="0" r="0" t="0"/>
          <a:stretch/>
        </p:blipFill>
        <p:spPr>
          <a:xfrm rot="-2894983">
            <a:off x="7188475" y="-717375"/>
            <a:ext cx="1733751" cy="3947450"/>
          </a:xfrm>
          <a:prstGeom prst="rect">
            <a:avLst/>
          </a:prstGeom>
          <a:noFill/>
          <a:ln>
            <a:noFill/>
          </a:ln>
        </p:spPr>
      </p:pic>
      <p:pic>
        <p:nvPicPr>
          <p:cNvPr id="357" name="Google Shape;357;p36"/>
          <p:cNvPicPr preferRelativeResize="0"/>
          <p:nvPr/>
        </p:nvPicPr>
        <p:blipFill rotWithShape="1">
          <a:blip r:embed="rId6">
            <a:alphaModFix/>
          </a:blip>
          <a:srcRect b="0" l="0" r="0" t="0"/>
          <a:stretch/>
        </p:blipFill>
        <p:spPr>
          <a:xfrm rot="3883291">
            <a:off x="208672" y="2630594"/>
            <a:ext cx="2569104" cy="1474162"/>
          </a:xfrm>
          <a:prstGeom prst="rect">
            <a:avLst/>
          </a:prstGeom>
          <a:noFill/>
          <a:ln>
            <a:noFill/>
          </a:ln>
        </p:spPr>
      </p:pic>
      <p:pic>
        <p:nvPicPr>
          <p:cNvPr id="358" name="Google Shape;358;p36"/>
          <p:cNvPicPr preferRelativeResize="0"/>
          <p:nvPr/>
        </p:nvPicPr>
        <p:blipFill rotWithShape="1">
          <a:blip r:embed="rId2">
            <a:alphaModFix/>
          </a:blip>
          <a:srcRect b="0" l="0" r="0" t="0"/>
          <a:stretch/>
        </p:blipFill>
        <p:spPr>
          <a:xfrm rot="5400000">
            <a:off x="-1153513" y="3032883"/>
            <a:ext cx="1947425" cy="1885850"/>
          </a:xfrm>
          <a:prstGeom prst="rect">
            <a:avLst/>
          </a:prstGeom>
          <a:noFill/>
          <a:ln>
            <a:noFill/>
          </a:ln>
        </p:spPr>
      </p:pic>
      <p:pic>
        <p:nvPicPr>
          <p:cNvPr id="359" name="Google Shape;359;p36"/>
          <p:cNvPicPr preferRelativeResize="0"/>
          <p:nvPr/>
        </p:nvPicPr>
        <p:blipFill rotWithShape="1">
          <a:blip r:embed="rId3">
            <a:alphaModFix/>
          </a:blip>
          <a:srcRect b="0" l="0" r="0" t="0"/>
          <a:stretch/>
        </p:blipFill>
        <p:spPr>
          <a:xfrm rot="10800000">
            <a:off x="-889897" y="-886500"/>
            <a:ext cx="2927674" cy="2271225"/>
          </a:xfrm>
          <a:prstGeom prst="rect">
            <a:avLst/>
          </a:prstGeom>
          <a:noFill/>
          <a:ln>
            <a:noFill/>
          </a:ln>
        </p:spPr>
      </p:pic>
      <p:pic>
        <p:nvPicPr>
          <p:cNvPr id="360" name="Google Shape;360;p36"/>
          <p:cNvPicPr preferRelativeResize="0"/>
          <p:nvPr/>
        </p:nvPicPr>
        <p:blipFill>
          <a:blip r:embed="rId4">
            <a:alphaModFix/>
          </a:blip>
          <a:stretch>
            <a:fillRect/>
          </a:stretch>
        </p:blipFill>
        <p:spPr>
          <a:xfrm rot="7597377">
            <a:off x="-1373211" y="1359280"/>
            <a:ext cx="2386824" cy="4381382"/>
          </a:xfrm>
          <a:prstGeom prst="rect">
            <a:avLst/>
          </a:prstGeom>
          <a:noFill/>
          <a:ln>
            <a:noFill/>
          </a:ln>
        </p:spPr>
      </p:pic>
      <p:pic>
        <p:nvPicPr>
          <p:cNvPr id="361" name="Google Shape;361;p36"/>
          <p:cNvPicPr preferRelativeResize="0"/>
          <p:nvPr/>
        </p:nvPicPr>
        <p:blipFill rotWithShape="1">
          <a:blip r:embed="rId5">
            <a:alphaModFix/>
          </a:blip>
          <a:srcRect b="0" l="0" r="0" t="0"/>
          <a:stretch/>
        </p:blipFill>
        <p:spPr>
          <a:xfrm rot="-2894983">
            <a:off x="-1140150" y="-787975"/>
            <a:ext cx="1733751" cy="39474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_1_1">
    <p:spTree>
      <p:nvGrpSpPr>
        <p:cNvPr id="362" name="Shape 362"/>
        <p:cNvGrpSpPr/>
        <p:nvPr/>
      </p:nvGrpSpPr>
      <p:grpSpPr>
        <a:xfrm>
          <a:off x="0" y="0"/>
          <a:ext cx="0" cy="0"/>
          <a:chOff x="0" y="0"/>
          <a:chExt cx="0" cy="0"/>
        </a:xfrm>
      </p:grpSpPr>
      <p:sp>
        <p:nvSpPr>
          <p:cNvPr id="363" name="Google Shape;363;p37"/>
          <p:cNvSpPr txBox="1"/>
          <p:nvPr>
            <p:ph type="title"/>
          </p:nvPr>
        </p:nvSpPr>
        <p:spPr>
          <a:xfrm>
            <a:off x="796825" y="1794475"/>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64" name="Google Shape;364;p37"/>
          <p:cNvSpPr txBox="1"/>
          <p:nvPr>
            <p:ph idx="1" type="subTitle"/>
          </p:nvPr>
        </p:nvSpPr>
        <p:spPr>
          <a:xfrm>
            <a:off x="796825" y="2162984"/>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5" name="Google Shape;365;p37"/>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6" name="Google Shape;366;p37"/>
          <p:cNvSpPr txBox="1"/>
          <p:nvPr>
            <p:ph idx="3" type="title"/>
          </p:nvPr>
        </p:nvSpPr>
        <p:spPr>
          <a:xfrm>
            <a:off x="3374525" y="1794475"/>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67" name="Google Shape;367;p37"/>
          <p:cNvSpPr txBox="1"/>
          <p:nvPr>
            <p:ph idx="4" type="subTitle"/>
          </p:nvPr>
        </p:nvSpPr>
        <p:spPr>
          <a:xfrm>
            <a:off x="3374525" y="2162984"/>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8" name="Google Shape;368;p37"/>
          <p:cNvSpPr txBox="1"/>
          <p:nvPr>
            <p:ph idx="5" type="title"/>
          </p:nvPr>
        </p:nvSpPr>
        <p:spPr>
          <a:xfrm>
            <a:off x="796825" y="3472591"/>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69" name="Google Shape;369;p37"/>
          <p:cNvSpPr txBox="1"/>
          <p:nvPr>
            <p:ph idx="6" type="subTitle"/>
          </p:nvPr>
        </p:nvSpPr>
        <p:spPr>
          <a:xfrm>
            <a:off x="796825" y="3841100"/>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0" name="Google Shape;370;p37"/>
          <p:cNvSpPr txBox="1"/>
          <p:nvPr>
            <p:ph idx="7" type="title"/>
          </p:nvPr>
        </p:nvSpPr>
        <p:spPr>
          <a:xfrm>
            <a:off x="3374525" y="3472591"/>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71" name="Google Shape;371;p37"/>
          <p:cNvSpPr txBox="1"/>
          <p:nvPr>
            <p:ph idx="8" type="subTitle"/>
          </p:nvPr>
        </p:nvSpPr>
        <p:spPr>
          <a:xfrm>
            <a:off x="3374525" y="3841100"/>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2" name="Google Shape;372;p37"/>
          <p:cNvSpPr txBox="1"/>
          <p:nvPr>
            <p:ph idx="9" type="title"/>
          </p:nvPr>
        </p:nvSpPr>
        <p:spPr>
          <a:xfrm>
            <a:off x="5952150" y="1794475"/>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73" name="Google Shape;373;p37"/>
          <p:cNvSpPr txBox="1"/>
          <p:nvPr>
            <p:ph idx="13" type="subTitle"/>
          </p:nvPr>
        </p:nvSpPr>
        <p:spPr>
          <a:xfrm>
            <a:off x="5952150" y="2162984"/>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4" name="Google Shape;374;p37"/>
          <p:cNvSpPr txBox="1"/>
          <p:nvPr>
            <p:ph idx="14" type="title"/>
          </p:nvPr>
        </p:nvSpPr>
        <p:spPr>
          <a:xfrm>
            <a:off x="5952150" y="3472591"/>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75" name="Google Shape;375;p37"/>
          <p:cNvSpPr txBox="1"/>
          <p:nvPr>
            <p:ph idx="15" type="subTitle"/>
          </p:nvPr>
        </p:nvSpPr>
        <p:spPr>
          <a:xfrm>
            <a:off x="5952150" y="3841100"/>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376" name="Google Shape;376;p37"/>
          <p:cNvPicPr preferRelativeResize="0"/>
          <p:nvPr/>
        </p:nvPicPr>
        <p:blipFill rotWithShape="1">
          <a:blip r:embed="rId2">
            <a:alphaModFix/>
          </a:blip>
          <a:srcRect b="0" l="0" r="0" t="0"/>
          <a:stretch/>
        </p:blipFill>
        <p:spPr>
          <a:xfrm rot="-10059469">
            <a:off x="-250407" y="191408"/>
            <a:ext cx="1320763" cy="3203783"/>
          </a:xfrm>
          <a:prstGeom prst="rect">
            <a:avLst/>
          </a:prstGeom>
          <a:noFill/>
          <a:ln>
            <a:noFill/>
          </a:ln>
        </p:spPr>
      </p:pic>
      <p:pic>
        <p:nvPicPr>
          <p:cNvPr id="377" name="Google Shape;377;p37"/>
          <p:cNvPicPr preferRelativeResize="0"/>
          <p:nvPr/>
        </p:nvPicPr>
        <p:blipFill rotWithShape="1">
          <a:blip r:embed="rId3">
            <a:alphaModFix/>
          </a:blip>
          <a:srcRect b="0" l="0" r="0" t="0"/>
          <a:stretch/>
        </p:blipFill>
        <p:spPr>
          <a:xfrm flipH="1" rot="5400000">
            <a:off x="-327025" y="-99117"/>
            <a:ext cx="1179500" cy="1528135"/>
          </a:xfrm>
          <a:prstGeom prst="rect">
            <a:avLst/>
          </a:prstGeom>
          <a:noFill/>
          <a:ln>
            <a:noFill/>
          </a:ln>
        </p:spPr>
      </p:pic>
      <p:pic>
        <p:nvPicPr>
          <p:cNvPr id="378" name="Google Shape;378;p37"/>
          <p:cNvPicPr preferRelativeResize="0"/>
          <p:nvPr/>
        </p:nvPicPr>
        <p:blipFill rotWithShape="1">
          <a:blip r:embed="rId4">
            <a:alphaModFix/>
          </a:blip>
          <a:srcRect b="0" l="0" r="0" t="0"/>
          <a:stretch/>
        </p:blipFill>
        <p:spPr>
          <a:xfrm rot="-3">
            <a:off x="7978008" y="2558906"/>
            <a:ext cx="1796434" cy="4090188"/>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
    <p:spTree>
      <p:nvGrpSpPr>
        <p:cNvPr id="379" name="Shape 379"/>
        <p:cNvGrpSpPr/>
        <p:nvPr/>
      </p:nvGrpSpPr>
      <p:grpSpPr>
        <a:xfrm>
          <a:off x="0" y="0"/>
          <a:ext cx="0" cy="0"/>
          <a:chOff x="0" y="0"/>
          <a:chExt cx="0" cy="0"/>
        </a:xfrm>
      </p:grpSpPr>
      <p:sp>
        <p:nvSpPr>
          <p:cNvPr id="380" name="Google Shape;380;p38"/>
          <p:cNvSpPr txBox="1"/>
          <p:nvPr>
            <p:ph idx="1" type="subTitle"/>
          </p:nvPr>
        </p:nvSpPr>
        <p:spPr>
          <a:xfrm>
            <a:off x="2640050" y="2283675"/>
            <a:ext cx="3863700" cy="1388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1" name="Google Shape;381;p38"/>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2" name="Google Shape;382;p38"/>
          <p:cNvPicPr preferRelativeResize="0"/>
          <p:nvPr/>
        </p:nvPicPr>
        <p:blipFill rotWithShape="1">
          <a:blip r:embed="rId2">
            <a:alphaModFix/>
          </a:blip>
          <a:srcRect b="0" l="0" r="0" t="0"/>
          <a:stretch/>
        </p:blipFill>
        <p:spPr>
          <a:xfrm flipH="1" rot="-3883295">
            <a:off x="183142" y="3147922"/>
            <a:ext cx="2309974" cy="1325469"/>
          </a:xfrm>
          <a:prstGeom prst="rect">
            <a:avLst/>
          </a:prstGeom>
          <a:noFill/>
          <a:ln>
            <a:noFill/>
          </a:ln>
        </p:spPr>
      </p:pic>
      <p:pic>
        <p:nvPicPr>
          <p:cNvPr id="383" name="Google Shape;383;p38"/>
          <p:cNvPicPr preferRelativeResize="0"/>
          <p:nvPr/>
        </p:nvPicPr>
        <p:blipFill rotWithShape="1">
          <a:blip r:embed="rId3">
            <a:alphaModFix/>
          </a:blip>
          <a:srcRect b="0" l="0" r="0" t="0"/>
          <a:stretch/>
        </p:blipFill>
        <p:spPr>
          <a:xfrm flipH="1">
            <a:off x="83624" y="1801283"/>
            <a:ext cx="1655192" cy="1602859"/>
          </a:xfrm>
          <a:prstGeom prst="rect">
            <a:avLst/>
          </a:prstGeom>
          <a:noFill/>
          <a:ln>
            <a:noFill/>
          </a:ln>
        </p:spPr>
      </p:pic>
      <p:pic>
        <p:nvPicPr>
          <p:cNvPr id="384" name="Google Shape;384;p38"/>
          <p:cNvPicPr preferRelativeResize="0"/>
          <p:nvPr/>
        </p:nvPicPr>
        <p:blipFill rotWithShape="1">
          <a:blip r:embed="rId4">
            <a:alphaModFix/>
          </a:blip>
          <a:srcRect b="0" l="0" r="0" t="0"/>
          <a:stretch/>
        </p:blipFill>
        <p:spPr>
          <a:xfrm flipH="1" rot="1639246">
            <a:off x="-112326" y="-148575"/>
            <a:ext cx="1733751" cy="3947450"/>
          </a:xfrm>
          <a:prstGeom prst="rect">
            <a:avLst/>
          </a:prstGeom>
          <a:noFill/>
          <a:ln>
            <a:noFill/>
          </a:ln>
        </p:spPr>
      </p:pic>
      <p:pic>
        <p:nvPicPr>
          <p:cNvPr id="385" name="Google Shape;385;p38"/>
          <p:cNvPicPr preferRelativeResize="0"/>
          <p:nvPr/>
        </p:nvPicPr>
        <p:blipFill>
          <a:blip r:embed="rId5">
            <a:alphaModFix/>
          </a:blip>
          <a:stretch>
            <a:fillRect/>
          </a:stretch>
        </p:blipFill>
        <p:spPr>
          <a:xfrm flipH="1" rot="6057767">
            <a:off x="7202025" y="1933876"/>
            <a:ext cx="1840875" cy="1700025"/>
          </a:xfrm>
          <a:prstGeom prst="rect">
            <a:avLst/>
          </a:prstGeom>
          <a:noFill/>
          <a:ln>
            <a:noFill/>
          </a:ln>
        </p:spPr>
      </p:pic>
      <p:pic>
        <p:nvPicPr>
          <p:cNvPr id="386" name="Google Shape;386;p38"/>
          <p:cNvPicPr preferRelativeResize="0"/>
          <p:nvPr/>
        </p:nvPicPr>
        <p:blipFill>
          <a:blip r:embed="rId6">
            <a:alphaModFix/>
          </a:blip>
          <a:stretch>
            <a:fillRect/>
          </a:stretch>
        </p:blipFill>
        <p:spPr>
          <a:xfrm>
            <a:off x="6602325" y="1217667"/>
            <a:ext cx="2386824" cy="4381382"/>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
    <p:spTree>
      <p:nvGrpSpPr>
        <p:cNvPr id="387" name="Shape 387"/>
        <p:cNvGrpSpPr/>
        <p:nvPr/>
      </p:nvGrpSpPr>
      <p:grpSpPr>
        <a:xfrm>
          <a:off x="0" y="0"/>
          <a:ext cx="0" cy="0"/>
          <a:chOff x="0" y="0"/>
          <a:chExt cx="0" cy="0"/>
        </a:xfrm>
      </p:grpSpPr>
      <p:sp>
        <p:nvSpPr>
          <p:cNvPr id="388" name="Google Shape;388;p39"/>
          <p:cNvSpPr txBox="1"/>
          <p:nvPr>
            <p:ph idx="1" type="subTitle"/>
          </p:nvPr>
        </p:nvSpPr>
        <p:spPr>
          <a:xfrm>
            <a:off x="1729425" y="1735225"/>
            <a:ext cx="5685000" cy="286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89" name="Google Shape;389;p39"/>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0" name="Google Shape;390;p39"/>
          <p:cNvPicPr preferRelativeResize="0"/>
          <p:nvPr/>
        </p:nvPicPr>
        <p:blipFill rotWithShape="1">
          <a:blip r:embed="rId2">
            <a:alphaModFix/>
          </a:blip>
          <a:srcRect b="0" l="0" r="0" t="0"/>
          <a:stretch/>
        </p:blipFill>
        <p:spPr>
          <a:xfrm rot="9160750">
            <a:off x="7533060" y="-626757"/>
            <a:ext cx="2002458" cy="4559255"/>
          </a:xfrm>
          <a:prstGeom prst="rect">
            <a:avLst/>
          </a:prstGeom>
          <a:noFill/>
          <a:ln>
            <a:noFill/>
          </a:ln>
        </p:spPr>
      </p:pic>
      <p:pic>
        <p:nvPicPr>
          <p:cNvPr id="391" name="Google Shape;391;p39"/>
          <p:cNvPicPr preferRelativeResize="0"/>
          <p:nvPr/>
        </p:nvPicPr>
        <p:blipFill rotWithShape="1">
          <a:blip r:embed="rId3">
            <a:alphaModFix/>
          </a:blip>
          <a:srcRect b="0" l="0" r="0" t="0"/>
          <a:stretch/>
        </p:blipFill>
        <p:spPr>
          <a:xfrm rot="-8859426">
            <a:off x="-1146437" y="1931239"/>
            <a:ext cx="2569104" cy="1474162"/>
          </a:xfrm>
          <a:prstGeom prst="rect">
            <a:avLst/>
          </a:prstGeom>
          <a:noFill/>
          <a:ln>
            <a:noFill/>
          </a:ln>
        </p:spPr>
      </p:pic>
      <p:pic>
        <p:nvPicPr>
          <p:cNvPr id="392" name="Google Shape;392;p39"/>
          <p:cNvPicPr preferRelativeResize="0"/>
          <p:nvPr/>
        </p:nvPicPr>
        <p:blipFill rotWithShape="1">
          <a:blip r:embed="rId4">
            <a:alphaModFix/>
          </a:blip>
          <a:srcRect b="0" l="0" r="0" t="0"/>
          <a:stretch/>
        </p:blipFill>
        <p:spPr>
          <a:xfrm rot="-5400000">
            <a:off x="31139" y="1469895"/>
            <a:ext cx="1393300" cy="1349250"/>
          </a:xfrm>
          <a:prstGeom prst="rect">
            <a:avLst/>
          </a:prstGeom>
          <a:noFill/>
          <a:ln>
            <a:noFill/>
          </a:ln>
        </p:spPr>
      </p:pic>
      <p:pic>
        <p:nvPicPr>
          <p:cNvPr id="393" name="Google Shape;393;p39"/>
          <p:cNvPicPr preferRelativeResize="0"/>
          <p:nvPr/>
        </p:nvPicPr>
        <p:blipFill rotWithShape="1">
          <a:blip r:embed="rId5">
            <a:alphaModFix/>
          </a:blip>
          <a:srcRect b="0" l="0" r="0" t="0"/>
          <a:stretch/>
        </p:blipFill>
        <p:spPr>
          <a:xfrm rot="-5400000">
            <a:off x="-1511861" y="3483875"/>
            <a:ext cx="4008350" cy="2873900"/>
          </a:xfrm>
          <a:prstGeom prst="rect">
            <a:avLst/>
          </a:prstGeom>
          <a:noFill/>
          <a:ln>
            <a:noFill/>
          </a:ln>
        </p:spPr>
      </p:pic>
      <p:pic>
        <p:nvPicPr>
          <p:cNvPr id="394" name="Google Shape;394;p39"/>
          <p:cNvPicPr preferRelativeResize="0"/>
          <p:nvPr/>
        </p:nvPicPr>
        <p:blipFill rotWithShape="1">
          <a:blip r:embed="rId6">
            <a:alphaModFix/>
          </a:blip>
          <a:srcRect b="0" l="0" r="0" t="0"/>
          <a:stretch/>
        </p:blipFill>
        <p:spPr>
          <a:xfrm rot="10134819">
            <a:off x="8170864" y="1156945"/>
            <a:ext cx="1924050" cy="466725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1_1">
    <p:spTree>
      <p:nvGrpSpPr>
        <p:cNvPr id="395" name="Shape 395"/>
        <p:cNvGrpSpPr/>
        <p:nvPr/>
      </p:nvGrpSpPr>
      <p:grpSpPr>
        <a:xfrm>
          <a:off x="0" y="0"/>
          <a:ext cx="0" cy="0"/>
          <a:chOff x="0" y="0"/>
          <a:chExt cx="0" cy="0"/>
        </a:xfrm>
      </p:grpSpPr>
      <p:sp>
        <p:nvSpPr>
          <p:cNvPr id="396" name="Google Shape;396;p40"/>
          <p:cNvSpPr txBox="1"/>
          <p:nvPr>
            <p:ph idx="1" type="subTitle"/>
          </p:nvPr>
        </p:nvSpPr>
        <p:spPr>
          <a:xfrm>
            <a:off x="1275750" y="2296400"/>
            <a:ext cx="2906100" cy="1155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7" name="Google Shape;397;p40"/>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8" name="Google Shape;398;p40"/>
          <p:cNvPicPr preferRelativeResize="0"/>
          <p:nvPr/>
        </p:nvPicPr>
        <p:blipFill rotWithShape="1">
          <a:blip r:embed="rId2">
            <a:alphaModFix/>
          </a:blip>
          <a:srcRect b="0" l="0" r="0" t="0"/>
          <a:stretch/>
        </p:blipFill>
        <p:spPr>
          <a:xfrm flipH="1" rot="665182">
            <a:off x="7579958" y="1446998"/>
            <a:ext cx="1492285" cy="3619903"/>
          </a:xfrm>
          <a:prstGeom prst="rect">
            <a:avLst/>
          </a:prstGeom>
          <a:noFill/>
          <a:ln>
            <a:noFill/>
          </a:ln>
        </p:spPr>
      </p:pic>
      <p:pic>
        <p:nvPicPr>
          <p:cNvPr id="399" name="Google Shape;399;p40"/>
          <p:cNvPicPr preferRelativeResize="0"/>
          <p:nvPr/>
        </p:nvPicPr>
        <p:blipFill rotWithShape="1">
          <a:blip r:embed="rId3">
            <a:alphaModFix/>
          </a:blip>
          <a:srcRect b="0" l="0" r="0" t="0"/>
          <a:stretch/>
        </p:blipFill>
        <p:spPr>
          <a:xfrm rot="358732">
            <a:off x="-796229" y="377347"/>
            <a:ext cx="2002458" cy="4559257"/>
          </a:xfrm>
          <a:prstGeom prst="rect">
            <a:avLst/>
          </a:prstGeom>
          <a:noFill/>
          <a:ln>
            <a:noFill/>
          </a:ln>
        </p:spPr>
      </p:pic>
      <p:pic>
        <p:nvPicPr>
          <p:cNvPr id="400" name="Google Shape;400;p40"/>
          <p:cNvPicPr preferRelativeResize="0"/>
          <p:nvPr/>
        </p:nvPicPr>
        <p:blipFill>
          <a:blip r:embed="rId4">
            <a:alphaModFix/>
          </a:blip>
          <a:stretch>
            <a:fillRect/>
          </a:stretch>
        </p:blipFill>
        <p:spPr>
          <a:xfrm>
            <a:off x="7491801" y="222617"/>
            <a:ext cx="2386824" cy="4381382"/>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
    <p:spTree>
      <p:nvGrpSpPr>
        <p:cNvPr id="401" name="Shape 401"/>
        <p:cNvGrpSpPr/>
        <p:nvPr/>
      </p:nvGrpSpPr>
      <p:grpSpPr>
        <a:xfrm>
          <a:off x="0" y="0"/>
          <a:ext cx="0" cy="0"/>
          <a:chOff x="0" y="0"/>
          <a:chExt cx="0" cy="0"/>
        </a:xfrm>
      </p:grpSpPr>
      <p:sp>
        <p:nvSpPr>
          <p:cNvPr id="402" name="Google Shape;402;p41"/>
          <p:cNvSpPr txBox="1"/>
          <p:nvPr>
            <p:ph hasCustomPrompt="1" type="title"/>
          </p:nvPr>
        </p:nvSpPr>
        <p:spPr>
          <a:xfrm>
            <a:off x="2519813" y="730000"/>
            <a:ext cx="44445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03" name="Google Shape;403;p41"/>
          <p:cNvSpPr txBox="1"/>
          <p:nvPr>
            <p:ph idx="1" type="subTitle"/>
          </p:nvPr>
        </p:nvSpPr>
        <p:spPr>
          <a:xfrm>
            <a:off x="2519813" y="1291600"/>
            <a:ext cx="4444500" cy="45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solidFill>
                  <a:srgbClr val="242424"/>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04" name="Google Shape;404;p41"/>
          <p:cNvSpPr txBox="1"/>
          <p:nvPr>
            <p:ph hasCustomPrompt="1" idx="2" type="title"/>
          </p:nvPr>
        </p:nvSpPr>
        <p:spPr>
          <a:xfrm>
            <a:off x="2519813" y="2062050"/>
            <a:ext cx="44445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05" name="Google Shape;405;p41"/>
          <p:cNvSpPr txBox="1"/>
          <p:nvPr>
            <p:ph idx="3" type="subTitle"/>
          </p:nvPr>
        </p:nvSpPr>
        <p:spPr>
          <a:xfrm>
            <a:off x="2519813" y="2623650"/>
            <a:ext cx="4444500" cy="45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solidFill>
                  <a:srgbClr val="242424"/>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06" name="Google Shape;406;p41"/>
          <p:cNvSpPr txBox="1"/>
          <p:nvPr>
            <p:ph hasCustomPrompt="1" idx="4" type="title"/>
          </p:nvPr>
        </p:nvSpPr>
        <p:spPr>
          <a:xfrm>
            <a:off x="2519813" y="3394100"/>
            <a:ext cx="44445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07" name="Google Shape;407;p41"/>
          <p:cNvSpPr txBox="1"/>
          <p:nvPr>
            <p:ph idx="5" type="subTitle"/>
          </p:nvPr>
        </p:nvSpPr>
        <p:spPr>
          <a:xfrm>
            <a:off x="2349863" y="3955700"/>
            <a:ext cx="4784400" cy="45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solidFill>
                  <a:srgbClr val="242424"/>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408" name="Google Shape;408;p41"/>
          <p:cNvPicPr preferRelativeResize="0"/>
          <p:nvPr/>
        </p:nvPicPr>
        <p:blipFill rotWithShape="1">
          <a:blip r:embed="rId2">
            <a:alphaModFix/>
          </a:blip>
          <a:srcRect b="0" l="0" r="0" t="0"/>
          <a:stretch/>
        </p:blipFill>
        <p:spPr>
          <a:xfrm flipH="1" rot="-2700007">
            <a:off x="25048" y="82573"/>
            <a:ext cx="1572004" cy="3813303"/>
          </a:xfrm>
          <a:prstGeom prst="rect">
            <a:avLst/>
          </a:prstGeom>
          <a:noFill/>
          <a:ln>
            <a:noFill/>
          </a:ln>
        </p:spPr>
      </p:pic>
      <p:pic>
        <p:nvPicPr>
          <p:cNvPr id="409" name="Google Shape;409;p41"/>
          <p:cNvPicPr preferRelativeResize="0"/>
          <p:nvPr/>
        </p:nvPicPr>
        <p:blipFill rotWithShape="1">
          <a:blip r:embed="rId3">
            <a:alphaModFix/>
          </a:blip>
          <a:srcRect b="0" l="0" r="0" t="0"/>
          <a:stretch/>
        </p:blipFill>
        <p:spPr>
          <a:xfrm rot="4778591">
            <a:off x="-1087250" y="975950"/>
            <a:ext cx="3084300" cy="2211400"/>
          </a:xfrm>
          <a:prstGeom prst="rect">
            <a:avLst/>
          </a:prstGeom>
          <a:noFill/>
          <a:ln>
            <a:noFill/>
          </a:ln>
        </p:spPr>
      </p:pic>
      <p:pic>
        <p:nvPicPr>
          <p:cNvPr id="410" name="Google Shape;410;p41"/>
          <p:cNvPicPr preferRelativeResize="0"/>
          <p:nvPr/>
        </p:nvPicPr>
        <p:blipFill rotWithShape="1">
          <a:blip r:embed="rId4">
            <a:alphaModFix/>
          </a:blip>
          <a:srcRect b="0" l="0" r="0" t="0"/>
          <a:stretch/>
        </p:blipFill>
        <p:spPr>
          <a:xfrm rot="10800000">
            <a:off x="6969861" y="3334438"/>
            <a:ext cx="2372929" cy="1840875"/>
          </a:xfrm>
          <a:prstGeom prst="rect">
            <a:avLst/>
          </a:prstGeom>
          <a:noFill/>
          <a:ln>
            <a:noFill/>
          </a:ln>
        </p:spPr>
      </p:pic>
      <p:pic>
        <p:nvPicPr>
          <p:cNvPr id="411" name="Google Shape;411;p41"/>
          <p:cNvPicPr preferRelativeResize="0"/>
          <p:nvPr/>
        </p:nvPicPr>
        <p:blipFill rotWithShape="1">
          <a:blip r:embed="rId5">
            <a:alphaModFix/>
          </a:blip>
          <a:srcRect b="0" l="0" r="0" t="0"/>
          <a:stretch/>
        </p:blipFill>
        <p:spPr>
          <a:xfrm rot="5400000">
            <a:off x="7302250" y="2628225"/>
            <a:ext cx="1393300" cy="1349250"/>
          </a:xfrm>
          <a:prstGeom prst="rect">
            <a:avLst/>
          </a:prstGeom>
          <a:noFill/>
          <a:ln>
            <a:noFill/>
          </a:ln>
        </p:spPr>
      </p:pic>
      <p:pic>
        <p:nvPicPr>
          <p:cNvPr id="412" name="Google Shape;412;p41"/>
          <p:cNvPicPr preferRelativeResize="0"/>
          <p:nvPr/>
        </p:nvPicPr>
        <p:blipFill rotWithShape="1">
          <a:blip r:embed="rId6">
            <a:alphaModFix/>
          </a:blip>
          <a:srcRect b="0" l="0" r="0" t="0"/>
          <a:stretch/>
        </p:blipFill>
        <p:spPr>
          <a:xfrm rot="-8">
            <a:off x="7340345" y="292123"/>
            <a:ext cx="2002458" cy="4559254"/>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2">
    <p:spTree>
      <p:nvGrpSpPr>
        <p:cNvPr id="413" name="Shape 413"/>
        <p:cNvGrpSpPr/>
        <p:nvPr/>
      </p:nvGrpSpPr>
      <p:grpSpPr>
        <a:xfrm>
          <a:off x="0" y="0"/>
          <a:ext cx="0" cy="0"/>
          <a:chOff x="0" y="0"/>
          <a:chExt cx="0" cy="0"/>
        </a:xfrm>
      </p:grpSpPr>
      <p:sp>
        <p:nvSpPr>
          <p:cNvPr id="414" name="Google Shape;414;p42"/>
          <p:cNvSpPr txBox="1"/>
          <p:nvPr>
            <p:ph type="title"/>
          </p:nvPr>
        </p:nvSpPr>
        <p:spPr>
          <a:xfrm>
            <a:off x="2085675" y="1468448"/>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415" name="Google Shape;415;p42"/>
          <p:cNvSpPr txBox="1"/>
          <p:nvPr>
            <p:ph idx="1" type="subTitle"/>
          </p:nvPr>
        </p:nvSpPr>
        <p:spPr>
          <a:xfrm>
            <a:off x="2085675" y="1836957"/>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16" name="Google Shape;416;p42"/>
          <p:cNvSpPr txBox="1"/>
          <p:nvPr>
            <p:ph idx="2" type="title"/>
          </p:nvPr>
        </p:nvSpPr>
        <p:spPr>
          <a:xfrm>
            <a:off x="4663375" y="1468448"/>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17" name="Google Shape;417;p42"/>
          <p:cNvSpPr txBox="1"/>
          <p:nvPr>
            <p:ph idx="3" type="subTitle"/>
          </p:nvPr>
        </p:nvSpPr>
        <p:spPr>
          <a:xfrm>
            <a:off x="4663375" y="1836957"/>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sp>
        <p:nvSpPr>
          <p:cNvPr id="418" name="Google Shape;418;p42"/>
          <p:cNvSpPr txBox="1"/>
          <p:nvPr>
            <p:ph idx="4" type="title"/>
          </p:nvPr>
        </p:nvSpPr>
        <p:spPr>
          <a:xfrm>
            <a:off x="2085675" y="3222764"/>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419" name="Google Shape;419;p42"/>
          <p:cNvSpPr txBox="1"/>
          <p:nvPr>
            <p:ph idx="5" type="subTitle"/>
          </p:nvPr>
        </p:nvSpPr>
        <p:spPr>
          <a:xfrm>
            <a:off x="2085675" y="3591273"/>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20" name="Google Shape;420;p42"/>
          <p:cNvSpPr txBox="1"/>
          <p:nvPr>
            <p:ph idx="6" type="title"/>
          </p:nvPr>
        </p:nvSpPr>
        <p:spPr>
          <a:xfrm>
            <a:off x="4663413" y="3236135"/>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21" name="Google Shape;421;p42"/>
          <p:cNvSpPr txBox="1"/>
          <p:nvPr>
            <p:ph idx="7" type="subTitle"/>
          </p:nvPr>
        </p:nvSpPr>
        <p:spPr>
          <a:xfrm>
            <a:off x="4663412" y="3604644"/>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pic>
        <p:nvPicPr>
          <p:cNvPr id="422" name="Google Shape;422;p42"/>
          <p:cNvPicPr preferRelativeResize="0"/>
          <p:nvPr/>
        </p:nvPicPr>
        <p:blipFill rotWithShape="1">
          <a:blip r:embed="rId2">
            <a:alphaModFix/>
          </a:blip>
          <a:srcRect b="0" l="0" r="0" t="0"/>
          <a:stretch/>
        </p:blipFill>
        <p:spPr>
          <a:xfrm rot="-10059469">
            <a:off x="-250407" y="191408"/>
            <a:ext cx="1320763" cy="3203783"/>
          </a:xfrm>
          <a:prstGeom prst="rect">
            <a:avLst/>
          </a:prstGeom>
          <a:noFill/>
          <a:ln>
            <a:noFill/>
          </a:ln>
        </p:spPr>
      </p:pic>
      <p:pic>
        <p:nvPicPr>
          <p:cNvPr id="423" name="Google Shape;423;p42"/>
          <p:cNvPicPr preferRelativeResize="0"/>
          <p:nvPr/>
        </p:nvPicPr>
        <p:blipFill rotWithShape="1">
          <a:blip r:embed="rId3">
            <a:alphaModFix/>
          </a:blip>
          <a:srcRect b="0" l="0" r="0" t="0"/>
          <a:stretch/>
        </p:blipFill>
        <p:spPr>
          <a:xfrm flipH="1" rot="5400000">
            <a:off x="-327025" y="-99117"/>
            <a:ext cx="1179500" cy="1528135"/>
          </a:xfrm>
          <a:prstGeom prst="rect">
            <a:avLst/>
          </a:prstGeom>
          <a:noFill/>
          <a:ln>
            <a:noFill/>
          </a:ln>
        </p:spPr>
      </p:pic>
      <p:sp>
        <p:nvSpPr>
          <p:cNvPr id="424" name="Google Shape;424;p42"/>
          <p:cNvSpPr txBox="1"/>
          <p:nvPr>
            <p:ph hasCustomPrompt="1" idx="8" type="title"/>
          </p:nvPr>
        </p:nvSpPr>
        <p:spPr>
          <a:xfrm>
            <a:off x="2085675" y="906461"/>
            <a:ext cx="23949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25" name="Google Shape;425;p42"/>
          <p:cNvSpPr txBox="1"/>
          <p:nvPr>
            <p:ph hasCustomPrompt="1" idx="9" type="title"/>
          </p:nvPr>
        </p:nvSpPr>
        <p:spPr>
          <a:xfrm>
            <a:off x="2085675" y="2673336"/>
            <a:ext cx="23949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26" name="Google Shape;426;p42"/>
          <p:cNvSpPr txBox="1"/>
          <p:nvPr>
            <p:ph hasCustomPrompt="1" idx="13" type="title"/>
          </p:nvPr>
        </p:nvSpPr>
        <p:spPr>
          <a:xfrm>
            <a:off x="4663425" y="906456"/>
            <a:ext cx="23949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27" name="Google Shape;427;p42"/>
          <p:cNvSpPr txBox="1"/>
          <p:nvPr>
            <p:ph hasCustomPrompt="1" idx="14" type="title"/>
          </p:nvPr>
        </p:nvSpPr>
        <p:spPr>
          <a:xfrm>
            <a:off x="4663338" y="2674556"/>
            <a:ext cx="23949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pic>
        <p:nvPicPr>
          <p:cNvPr id="428" name="Google Shape;428;p42"/>
          <p:cNvPicPr preferRelativeResize="0"/>
          <p:nvPr/>
        </p:nvPicPr>
        <p:blipFill rotWithShape="1">
          <a:blip r:embed="rId2">
            <a:alphaModFix/>
          </a:blip>
          <a:srcRect b="0" l="0" r="0" t="0"/>
          <a:stretch/>
        </p:blipFill>
        <p:spPr>
          <a:xfrm rot="740531">
            <a:off x="8074443" y="1777596"/>
            <a:ext cx="1320763" cy="3203783"/>
          </a:xfrm>
          <a:prstGeom prst="rect">
            <a:avLst/>
          </a:prstGeom>
          <a:noFill/>
          <a:ln>
            <a:noFill/>
          </a:ln>
        </p:spPr>
      </p:pic>
      <p:pic>
        <p:nvPicPr>
          <p:cNvPr id="429" name="Google Shape;429;p42"/>
          <p:cNvPicPr preferRelativeResize="0"/>
          <p:nvPr/>
        </p:nvPicPr>
        <p:blipFill rotWithShape="1">
          <a:blip r:embed="rId3">
            <a:alphaModFix/>
          </a:blip>
          <a:srcRect b="0" l="0" r="0" t="0"/>
          <a:stretch/>
        </p:blipFill>
        <p:spPr>
          <a:xfrm flipH="1" rot="-5400000">
            <a:off x="8292325" y="3743770"/>
            <a:ext cx="1179500" cy="152813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24">
    <p:spTree>
      <p:nvGrpSpPr>
        <p:cNvPr id="430" name="Shape 430"/>
        <p:cNvGrpSpPr/>
        <p:nvPr/>
      </p:nvGrpSpPr>
      <p:grpSpPr>
        <a:xfrm>
          <a:off x="0" y="0"/>
          <a:ext cx="0" cy="0"/>
          <a:chOff x="0" y="0"/>
          <a:chExt cx="0" cy="0"/>
        </a:xfrm>
      </p:grpSpPr>
      <p:sp>
        <p:nvSpPr>
          <p:cNvPr id="431" name="Google Shape;431;p43"/>
          <p:cNvSpPr txBox="1"/>
          <p:nvPr>
            <p:ph type="title"/>
          </p:nvPr>
        </p:nvSpPr>
        <p:spPr>
          <a:xfrm>
            <a:off x="887850" y="1523909"/>
            <a:ext cx="4046400" cy="601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32" name="Google Shape;432;p43"/>
          <p:cNvSpPr txBox="1"/>
          <p:nvPr>
            <p:ph idx="1" type="body"/>
          </p:nvPr>
        </p:nvSpPr>
        <p:spPr>
          <a:xfrm>
            <a:off x="887850" y="2184691"/>
            <a:ext cx="4046400" cy="143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433" name="Google Shape;433;p43"/>
          <p:cNvPicPr preferRelativeResize="0"/>
          <p:nvPr/>
        </p:nvPicPr>
        <p:blipFill rotWithShape="1">
          <a:blip r:embed="rId2">
            <a:alphaModFix/>
          </a:blip>
          <a:srcRect b="0" l="0" r="0" t="0"/>
          <a:stretch/>
        </p:blipFill>
        <p:spPr>
          <a:xfrm flipH="1" rot="-3883291">
            <a:off x="106049" y="-726581"/>
            <a:ext cx="2569104" cy="1474162"/>
          </a:xfrm>
          <a:prstGeom prst="rect">
            <a:avLst/>
          </a:prstGeom>
          <a:noFill/>
          <a:ln>
            <a:noFill/>
          </a:ln>
        </p:spPr>
      </p:pic>
      <p:pic>
        <p:nvPicPr>
          <p:cNvPr id="434" name="Google Shape;434;p43"/>
          <p:cNvPicPr preferRelativeResize="0"/>
          <p:nvPr/>
        </p:nvPicPr>
        <p:blipFill>
          <a:blip r:embed="rId3">
            <a:alphaModFix/>
          </a:blip>
          <a:stretch>
            <a:fillRect/>
          </a:stretch>
        </p:blipFill>
        <p:spPr>
          <a:xfrm flipH="1">
            <a:off x="1049275" y="3985688"/>
            <a:ext cx="1840875" cy="1700025"/>
          </a:xfrm>
          <a:prstGeom prst="rect">
            <a:avLst/>
          </a:prstGeom>
          <a:noFill/>
          <a:ln>
            <a:noFill/>
          </a:ln>
        </p:spPr>
      </p:pic>
      <p:pic>
        <p:nvPicPr>
          <p:cNvPr id="435" name="Google Shape;435;p43"/>
          <p:cNvPicPr preferRelativeResize="0"/>
          <p:nvPr/>
        </p:nvPicPr>
        <p:blipFill rotWithShape="1">
          <a:blip r:embed="rId4">
            <a:alphaModFix/>
          </a:blip>
          <a:srcRect b="0" l="0" r="0" t="0"/>
          <a:stretch/>
        </p:blipFill>
        <p:spPr>
          <a:xfrm flipH="1">
            <a:off x="7244838" y="-168258"/>
            <a:ext cx="1840875" cy="1782665"/>
          </a:xfrm>
          <a:prstGeom prst="rect">
            <a:avLst/>
          </a:prstGeom>
          <a:noFill/>
          <a:ln>
            <a:noFill/>
          </a:ln>
        </p:spPr>
      </p:pic>
      <p:pic>
        <p:nvPicPr>
          <p:cNvPr id="436" name="Google Shape;436;p43"/>
          <p:cNvPicPr preferRelativeResize="0"/>
          <p:nvPr/>
        </p:nvPicPr>
        <p:blipFill>
          <a:blip r:embed="rId5">
            <a:alphaModFix/>
          </a:blip>
          <a:stretch>
            <a:fillRect/>
          </a:stretch>
        </p:blipFill>
        <p:spPr>
          <a:xfrm flipH="1">
            <a:off x="7112250" y="-881358"/>
            <a:ext cx="2386824" cy="4381382"/>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CUSTOM_23">
    <p:spTree>
      <p:nvGrpSpPr>
        <p:cNvPr id="437" name="Shape 437"/>
        <p:cNvGrpSpPr/>
        <p:nvPr/>
      </p:nvGrpSpPr>
      <p:grpSpPr>
        <a:xfrm>
          <a:off x="0" y="0"/>
          <a:ext cx="0" cy="0"/>
          <a:chOff x="0" y="0"/>
          <a:chExt cx="0" cy="0"/>
        </a:xfrm>
      </p:grpSpPr>
      <p:sp>
        <p:nvSpPr>
          <p:cNvPr id="438" name="Google Shape;438;p44"/>
          <p:cNvSpPr txBox="1"/>
          <p:nvPr>
            <p:ph type="title"/>
          </p:nvPr>
        </p:nvSpPr>
        <p:spPr>
          <a:xfrm>
            <a:off x="1893550" y="31281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39" name="Google Shape;439;p44"/>
          <p:cNvSpPr txBox="1"/>
          <p:nvPr>
            <p:ph idx="1" type="subTitle"/>
          </p:nvPr>
        </p:nvSpPr>
        <p:spPr>
          <a:xfrm>
            <a:off x="1893550" y="34966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40" name="Google Shape;440;p44"/>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44"/>
          <p:cNvSpPr txBox="1"/>
          <p:nvPr>
            <p:ph idx="3" type="title"/>
          </p:nvPr>
        </p:nvSpPr>
        <p:spPr>
          <a:xfrm>
            <a:off x="5080850" y="31281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42" name="Google Shape;442;p44"/>
          <p:cNvSpPr txBox="1"/>
          <p:nvPr>
            <p:ph idx="4" type="subTitle"/>
          </p:nvPr>
        </p:nvSpPr>
        <p:spPr>
          <a:xfrm>
            <a:off x="5080850" y="34966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443" name="Google Shape;443;p44"/>
          <p:cNvPicPr preferRelativeResize="0"/>
          <p:nvPr/>
        </p:nvPicPr>
        <p:blipFill rotWithShape="1">
          <a:blip r:embed="rId2">
            <a:alphaModFix/>
          </a:blip>
          <a:srcRect b="0" l="0" r="0" t="0"/>
          <a:stretch/>
        </p:blipFill>
        <p:spPr>
          <a:xfrm rot="-9355986">
            <a:off x="8434933" y="2299925"/>
            <a:ext cx="1328784" cy="3223299"/>
          </a:xfrm>
          <a:prstGeom prst="rect">
            <a:avLst/>
          </a:prstGeom>
          <a:noFill/>
          <a:ln>
            <a:noFill/>
          </a:ln>
        </p:spPr>
      </p:pic>
      <p:pic>
        <p:nvPicPr>
          <p:cNvPr id="444" name="Google Shape;444;p44"/>
          <p:cNvPicPr preferRelativeResize="0"/>
          <p:nvPr/>
        </p:nvPicPr>
        <p:blipFill rotWithShape="1">
          <a:blip r:embed="rId3">
            <a:alphaModFix/>
          </a:blip>
          <a:srcRect b="0" l="0" r="0" t="0"/>
          <a:stretch/>
        </p:blipFill>
        <p:spPr>
          <a:xfrm rot="7580934">
            <a:off x="7823550" y="1887200"/>
            <a:ext cx="2835150" cy="2032750"/>
          </a:xfrm>
          <a:prstGeom prst="rect">
            <a:avLst/>
          </a:prstGeom>
          <a:noFill/>
          <a:ln>
            <a:noFill/>
          </a:ln>
        </p:spPr>
      </p:pic>
      <p:pic>
        <p:nvPicPr>
          <p:cNvPr id="445" name="Google Shape;445;p44"/>
          <p:cNvPicPr preferRelativeResize="0"/>
          <p:nvPr/>
        </p:nvPicPr>
        <p:blipFill rotWithShape="1">
          <a:blip r:embed="rId4">
            <a:alphaModFix/>
          </a:blip>
          <a:srcRect b="0" l="0" r="0" t="0"/>
          <a:stretch/>
        </p:blipFill>
        <p:spPr>
          <a:xfrm rot="-8859426">
            <a:off x="-1541312" y="2257614"/>
            <a:ext cx="2569104" cy="1474162"/>
          </a:xfrm>
          <a:prstGeom prst="rect">
            <a:avLst/>
          </a:prstGeom>
          <a:noFill/>
          <a:ln>
            <a:noFill/>
          </a:ln>
        </p:spPr>
      </p:pic>
      <p:pic>
        <p:nvPicPr>
          <p:cNvPr id="446" name="Google Shape;446;p44"/>
          <p:cNvPicPr preferRelativeResize="0"/>
          <p:nvPr/>
        </p:nvPicPr>
        <p:blipFill rotWithShape="1">
          <a:blip r:embed="rId5">
            <a:alphaModFix/>
          </a:blip>
          <a:srcRect b="0" l="0" r="0" t="0"/>
          <a:stretch/>
        </p:blipFill>
        <p:spPr>
          <a:xfrm rot="-5400000">
            <a:off x="-658061" y="1451270"/>
            <a:ext cx="1393300" cy="134925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26">
    <p:spTree>
      <p:nvGrpSpPr>
        <p:cNvPr id="447" name="Shape 447"/>
        <p:cNvGrpSpPr/>
        <p:nvPr/>
      </p:nvGrpSpPr>
      <p:grpSpPr>
        <a:xfrm>
          <a:off x="0" y="0"/>
          <a:ext cx="0" cy="0"/>
          <a:chOff x="0" y="0"/>
          <a:chExt cx="0" cy="0"/>
        </a:xfrm>
      </p:grpSpPr>
      <p:pic>
        <p:nvPicPr>
          <p:cNvPr id="448" name="Google Shape;448;p45"/>
          <p:cNvPicPr preferRelativeResize="0"/>
          <p:nvPr/>
        </p:nvPicPr>
        <p:blipFill rotWithShape="1">
          <a:blip r:embed="rId2">
            <a:alphaModFix/>
          </a:blip>
          <a:srcRect b="0" l="0" r="0" t="0"/>
          <a:stretch/>
        </p:blipFill>
        <p:spPr>
          <a:xfrm rot="3883291">
            <a:off x="6999497" y="-726581"/>
            <a:ext cx="2569104" cy="1474162"/>
          </a:xfrm>
          <a:prstGeom prst="rect">
            <a:avLst/>
          </a:prstGeom>
          <a:noFill/>
          <a:ln>
            <a:noFill/>
          </a:ln>
        </p:spPr>
      </p:pic>
      <p:pic>
        <p:nvPicPr>
          <p:cNvPr id="449" name="Google Shape;449;p45"/>
          <p:cNvPicPr preferRelativeResize="0"/>
          <p:nvPr/>
        </p:nvPicPr>
        <p:blipFill>
          <a:blip r:embed="rId3">
            <a:alphaModFix/>
          </a:blip>
          <a:stretch>
            <a:fillRect/>
          </a:stretch>
        </p:blipFill>
        <p:spPr>
          <a:xfrm>
            <a:off x="6784500" y="3985688"/>
            <a:ext cx="1840875" cy="1700025"/>
          </a:xfrm>
          <a:prstGeom prst="rect">
            <a:avLst/>
          </a:prstGeom>
          <a:noFill/>
          <a:ln>
            <a:noFill/>
          </a:ln>
        </p:spPr>
      </p:pic>
      <p:pic>
        <p:nvPicPr>
          <p:cNvPr id="450" name="Google Shape;450;p45"/>
          <p:cNvPicPr preferRelativeResize="0"/>
          <p:nvPr/>
        </p:nvPicPr>
        <p:blipFill rotWithShape="1">
          <a:blip r:embed="rId4">
            <a:alphaModFix/>
          </a:blip>
          <a:srcRect b="0" l="0" r="0" t="0"/>
          <a:stretch/>
        </p:blipFill>
        <p:spPr>
          <a:xfrm>
            <a:off x="588938" y="-168258"/>
            <a:ext cx="1840875" cy="1782665"/>
          </a:xfrm>
          <a:prstGeom prst="rect">
            <a:avLst/>
          </a:prstGeom>
          <a:noFill/>
          <a:ln>
            <a:noFill/>
          </a:ln>
        </p:spPr>
      </p:pic>
      <p:pic>
        <p:nvPicPr>
          <p:cNvPr id="451" name="Google Shape;451;p45"/>
          <p:cNvPicPr preferRelativeResize="0"/>
          <p:nvPr/>
        </p:nvPicPr>
        <p:blipFill>
          <a:blip r:embed="rId5">
            <a:alphaModFix/>
          </a:blip>
          <a:stretch>
            <a:fillRect/>
          </a:stretch>
        </p:blipFill>
        <p:spPr>
          <a:xfrm>
            <a:off x="175576" y="-881358"/>
            <a:ext cx="2386824" cy="4381382"/>
          </a:xfrm>
          <a:prstGeom prst="rect">
            <a:avLst/>
          </a:prstGeom>
          <a:noFill/>
          <a:ln>
            <a:noFill/>
          </a:ln>
        </p:spPr>
      </p:pic>
      <p:sp>
        <p:nvSpPr>
          <p:cNvPr id="452" name="Google Shape;452;p45"/>
          <p:cNvSpPr txBox="1"/>
          <p:nvPr>
            <p:ph type="title"/>
          </p:nvPr>
        </p:nvSpPr>
        <p:spPr>
          <a:xfrm>
            <a:off x="4935278" y="1448500"/>
            <a:ext cx="3310200" cy="601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53" name="Google Shape;453;p45"/>
          <p:cNvSpPr txBox="1"/>
          <p:nvPr>
            <p:ph idx="1" type="body"/>
          </p:nvPr>
        </p:nvSpPr>
        <p:spPr>
          <a:xfrm>
            <a:off x="4935278" y="2109278"/>
            <a:ext cx="3310200" cy="1434900"/>
          </a:xfrm>
          <a:prstGeom prst="rect">
            <a:avLst/>
          </a:prstGeom>
        </p:spPr>
        <p:txBody>
          <a:bodyPr anchorCtr="0" anchor="t" bIns="91425" lIns="91425" spcFirstLastPara="1" rIns="91425" wrap="square" tIns="91425">
            <a:noAutofit/>
          </a:bodyPr>
          <a:lstStyle>
            <a:lvl1pPr indent="-304800" lvl="0" marL="457200" rtl="0" algn="r">
              <a:spcBef>
                <a:spcPts val="0"/>
              </a:spcBef>
              <a:spcAft>
                <a:spcPts val="0"/>
              </a:spcAft>
              <a:buSzPts val="1200"/>
              <a:buChar char="●"/>
              <a:defRPr/>
            </a:lvl1pPr>
            <a:lvl2pPr indent="-304800" lvl="1" marL="914400" rtl="0" algn="r">
              <a:spcBef>
                <a:spcPts val="0"/>
              </a:spcBef>
              <a:spcAft>
                <a:spcPts val="0"/>
              </a:spcAft>
              <a:buSzPts val="1200"/>
              <a:buChar char="○"/>
              <a:defRPr sz="1200"/>
            </a:lvl2pPr>
            <a:lvl3pPr indent="-304800" lvl="2" marL="1371600" rtl="0" algn="r">
              <a:spcBef>
                <a:spcPts val="0"/>
              </a:spcBef>
              <a:spcAft>
                <a:spcPts val="0"/>
              </a:spcAft>
              <a:buSzPts val="1200"/>
              <a:buChar char="■"/>
              <a:defRPr sz="1200"/>
            </a:lvl3pPr>
            <a:lvl4pPr indent="-304800" lvl="3" marL="1828800" rtl="0" algn="r">
              <a:spcBef>
                <a:spcPts val="0"/>
              </a:spcBef>
              <a:spcAft>
                <a:spcPts val="0"/>
              </a:spcAft>
              <a:buSzPts val="1200"/>
              <a:buChar char="●"/>
              <a:defRPr sz="1200"/>
            </a:lvl4pPr>
            <a:lvl5pPr indent="-304800" lvl="4" marL="2286000" rtl="0" algn="r">
              <a:spcBef>
                <a:spcPts val="0"/>
              </a:spcBef>
              <a:spcAft>
                <a:spcPts val="0"/>
              </a:spcAft>
              <a:buSzPts val="1200"/>
              <a:buChar char="○"/>
              <a:defRPr sz="1200"/>
            </a:lvl5pPr>
            <a:lvl6pPr indent="-304800" lvl="5" marL="2743200" rtl="0" algn="r">
              <a:spcBef>
                <a:spcPts val="0"/>
              </a:spcBef>
              <a:spcAft>
                <a:spcPts val="0"/>
              </a:spcAft>
              <a:buSzPts val="1200"/>
              <a:buChar char="■"/>
              <a:defRPr sz="1200"/>
            </a:lvl6pPr>
            <a:lvl7pPr indent="-304800" lvl="6" marL="3200400" rtl="0" algn="r">
              <a:spcBef>
                <a:spcPts val="0"/>
              </a:spcBef>
              <a:spcAft>
                <a:spcPts val="0"/>
              </a:spcAft>
              <a:buSzPts val="1200"/>
              <a:buChar char="●"/>
              <a:defRPr sz="1200"/>
            </a:lvl7pPr>
            <a:lvl8pPr indent="-304800" lvl="7" marL="3657600" rtl="0" algn="r">
              <a:spcBef>
                <a:spcPts val="0"/>
              </a:spcBef>
              <a:spcAft>
                <a:spcPts val="0"/>
              </a:spcAft>
              <a:buSzPts val="1200"/>
              <a:buChar char="○"/>
              <a:defRPr sz="1200"/>
            </a:lvl8pPr>
            <a:lvl9pPr indent="-304800" lvl="8" marL="4114800" rtl="0" algn="r">
              <a:spcBef>
                <a:spcPts val="0"/>
              </a:spcBef>
              <a:spcAft>
                <a:spcPts val="0"/>
              </a:spcAft>
              <a:buSzPts val="1200"/>
              <a:buChar char="■"/>
              <a:defRPr sz="12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9">
  <p:cSld name="CUSTOM_25">
    <p:spTree>
      <p:nvGrpSpPr>
        <p:cNvPr id="454" name="Shape 454"/>
        <p:cNvGrpSpPr/>
        <p:nvPr/>
      </p:nvGrpSpPr>
      <p:grpSpPr>
        <a:xfrm>
          <a:off x="0" y="0"/>
          <a:ext cx="0" cy="0"/>
          <a:chOff x="0" y="0"/>
          <a:chExt cx="0" cy="0"/>
        </a:xfrm>
      </p:grpSpPr>
      <p:sp>
        <p:nvSpPr>
          <p:cNvPr id="455" name="Google Shape;455;p46"/>
          <p:cNvSpPr txBox="1"/>
          <p:nvPr>
            <p:ph type="title"/>
          </p:nvPr>
        </p:nvSpPr>
        <p:spPr>
          <a:xfrm>
            <a:off x="914927" y="1448500"/>
            <a:ext cx="3310200" cy="601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56" name="Google Shape;456;p46"/>
          <p:cNvSpPr txBox="1"/>
          <p:nvPr>
            <p:ph idx="1" type="body"/>
          </p:nvPr>
        </p:nvSpPr>
        <p:spPr>
          <a:xfrm>
            <a:off x="914927" y="2109278"/>
            <a:ext cx="3310200" cy="143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457" name="Google Shape;457;p46"/>
          <p:cNvPicPr preferRelativeResize="0"/>
          <p:nvPr/>
        </p:nvPicPr>
        <p:blipFill rotWithShape="1">
          <a:blip r:embed="rId2">
            <a:alphaModFix/>
          </a:blip>
          <a:srcRect b="0" l="0" r="0" t="0"/>
          <a:stretch/>
        </p:blipFill>
        <p:spPr>
          <a:xfrm rot="10678227">
            <a:off x="-632326" y="3866920"/>
            <a:ext cx="2569104" cy="1474162"/>
          </a:xfrm>
          <a:prstGeom prst="rect">
            <a:avLst/>
          </a:prstGeom>
          <a:noFill/>
          <a:ln>
            <a:noFill/>
          </a:ln>
        </p:spPr>
      </p:pic>
      <p:pic>
        <p:nvPicPr>
          <p:cNvPr id="458" name="Google Shape;458;p46"/>
          <p:cNvPicPr preferRelativeResize="0"/>
          <p:nvPr/>
        </p:nvPicPr>
        <p:blipFill>
          <a:blip r:embed="rId3">
            <a:alphaModFix/>
          </a:blip>
          <a:stretch>
            <a:fillRect/>
          </a:stretch>
        </p:blipFill>
        <p:spPr>
          <a:xfrm flipH="1">
            <a:off x="388525" y="-550950"/>
            <a:ext cx="1840875" cy="1700025"/>
          </a:xfrm>
          <a:prstGeom prst="rect">
            <a:avLst/>
          </a:prstGeom>
          <a:noFill/>
          <a:ln>
            <a:noFill/>
          </a:ln>
        </p:spPr>
      </p:pic>
      <p:pic>
        <p:nvPicPr>
          <p:cNvPr id="459" name="Google Shape;459;p46"/>
          <p:cNvPicPr preferRelativeResize="0"/>
          <p:nvPr/>
        </p:nvPicPr>
        <p:blipFill rotWithShape="1">
          <a:blip r:embed="rId4">
            <a:alphaModFix/>
          </a:blip>
          <a:srcRect b="0" l="0" r="0" t="0"/>
          <a:stretch/>
        </p:blipFill>
        <p:spPr>
          <a:xfrm flipH="1">
            <a:off x="7244838" y="-168258"/>
            <a:ext cx="1840875" cy="1782665"/>
          </a:xfrm>
          <a:prstGeom prst="rect">
            <a:avLst/>
          </a:prstGeom>
          <a:noFill/>
          <a:ln>
            <a:noFill/>
          </a:ln>
        </p:spPr>
      </p:pic>
      <p:pic>
        <p:nvPicPr>
          <p:cNvPr id="460" name="Google Shape;460;p46"/>
          <p:cNvPicPr preferRelativeResize="0"/>
          <p:nvPr/>
        </p:nvPicPr>
        <p:blipFill>
          <a:blip r:embed="rId5">
            <a:alphaModFix/>
          </a:blip>
          <a:stretch>
            <a:fillRect/>
          </a:stretch>
        </p:blipFill>
        <p:spPr>
          <a:xfrm flipH="1">
            <a:off x="7112250" y="-881358"/>
            <a:ext cx="2386824" cy="4381382"/>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61" name="Shape 461"/>
        <p:cNvGrpSpPr/>
        <p:nvPr/>
      </p:nvGrpSpPr>
      <p:grpSpPr>
        <a:xfrm>
          <a:off x="0" y="0"/>
          <a:ext cx="0" cy="0"/>
          <a:chOff x="0" y="0"/>
          <a:chExt cx="0" cy="0"/>
        </a:xfrm>
      </p:grpSpPr>
      <p:sp>
        <p:nvSpPr>
          <p:cNvPr id="462" name="Google Shape;462;p47"/>
          <p:cNvSpPr txBox="1"/>
          <p:nvPr>
            <p:ph type="ctrTitle"/>
          </p:nvPr>
        </p:nvSpPr>
        <p:spPr>
          <a:xfrm>
            <a:off x="2733325" y="539500"/>
            <a:ext cx="3677400" cy="9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63" name="Google Shape;463;p47"/>
          <p:cNvSpPr txBox="1"/>
          <p:nvPr>
            <p:ph idx="1" type="subTitle"/>
          </p:nvPr>
        </p:nvSpPr>
        <p:spPr>
          <a:xfrm>
            <a:off x="2733375" y="1531350"/>
            <a:ext cx="3677400" cy="115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64" name="Google Shape;464;p47"/>
          <p:cNvSpPr txBox="1"/>
          <p:nvPr/>
        </p:nvSpPr>
        <p:spPr>
          <a:xfrm>
            <a:off x="2733175" y="3270700"/>
            <a:ext cx="3677700" cy="75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dk1"/>
                </a:solidFill>
                <a:latin typeface="Karla"/>
                <a:ea typeface="Karla"/>
                <a:cs typeface="Karla"/>
                <a:sym typeface="Karla"/>
              </a:rPr>
              <a:t>CREDITS</a:t>
            </a:r>
            <a:r>
              <a:rPr lang="en-GB" sz="1200">
                <a:solidFill>
                  <a:schemeClr val="dk1"/>
                </a:solidFill>
                <a:latin typeface="Karla"/>
                <a:ea typeface="Karla"/>
                <a:cs typeface="Karla"/>
                <a:sym typeface="Karla"/>
              </a:rPr>
              <a:t>: This presentation template was created by </a:t>
            </a:r>
            <a:r>
              <a:rPr b="1" lang="en-GB" sz="1200">
                <a:solidFill>
                  <a:schemeClr val="dk1"/>
                </a:solidFill>
                <a:uFill>
                  <a:noFill/>
                </a:uFill>
                <a:latin typeface="Karla"/>
                <a:ea typeface="Karla"/>
                <a:cs typeface="Karla"/>
                <a:sym typeface="Karla"/>
                <a:hlinkClick r:id="rId2">
                  <a:extLst>
                    <a:ext uri="{A12FA001-AC4F-418D-AE19-62706E023703}">
                      <ahyp:hlinkClr val="tx"/>
                    </a:ext>
                  </a:extLst>
                </a:hlinkClick>
              </a:rPr>
              <a:t>Slidesgo</a:t>
            </a:r>
            <a:r>
              <a:rPr b="1" lang="en-GB" sz="1200">
                <a:solidFill>
                  <a:schemeClr val="dk1"/>
                </a:solidFill>
                <a:latin typeface="Karla"/>
                <a:ea typeface="Karla"/>
                <a:cs typeface="Karla"/>
                <a:sym typeface="Karla"/>
              </a:rPr>
              <a:t>,</a:t>
            </a:r>
            <a:r>
              <a:rPr lang="en-GB" sz="1200">
                <a:solidFill>
                  <a:schemeClr val="dk1"/>
                </a:solidFill>
                <a:latin typeface="Karla"/>
                <a:ea typeface="Karla"/>
                <a:cs typeface="Karla"/>
                <a:sym typeface="Karla"/>
              </a:rPr>
              <a:t> including icons by </a:t>
            </a:r>
            <a:r>
              <a:rPr b="1" lang="en-GB" sz="1200">
                <a:solidFill>
                  <a:schemeClr val="dk1"/>
                </a:solidFill>
                <a:uFill>
                  <a:noFill/>
                </a:uFill>
                <a:latin typeface="Karla"/>
                <a:ea typeface="Karla"/>
                <a:cs typeface="Karla"/>
                <a:sym typeface="Karla"/>
                <a:hlinkClick r:id="rId3">
                  <a:extLst>
                    <a:ext uri="{A12FA001-AC4F-418D-AE19-62706E023703}">
                      <ahyp:hlinkClr val="tx"/>
                    </a:ext>
                  </a:extLst>
                </a:hlinkClick>
              </a:rPr>
              <a:t>Flaticon</a:t>
            </a:r>
            <a:r>
              <a:rPr lang="en-GB" sz="1200">
                <a:solidFill>
                  <a:schemeClr val="dk1"/>
                </a:solidFill>
                <a:latin typeface="Karla"/>
                <a:ea typeface="Karla"/>
                <a:cs typeface="Karla"/>
                <a:sym typeface="Karla"/>
              </a:rPr>
              <a:t> and infographics &amp; images by </a:t>
            </a:r>
            <a:r>
              <a:rPr b="1" lang="en-GB" sz="1200">
                <a:solidFill>
                  <a:schemeClr val="dk1"/>
                </a:solidFill>
                <a:uFill>
                  <a:noFill/>
                </a:uFill>
                <a:latin typeface="Karla"/>
                <a:ea typeface="Karla"/>
                <a:cs typeface="Karla"/>
                <a:sym typeface="Karla"/>
                <a:hlinkClick r:id="rId4">
                  <a:extLst>
                    <a:ext uri="{A12FA001-AC4F-418D-AE19-62706E023703}">
                      <ahyp:hlinkClr val="tx"/>
                    </a:ext>
                  </a:extLst>
                </a:hlinkClick>
              </a:rPr>
              <a:t>Freepik</a:t>
            </a:r>
            <a:endParaRPr sz="1200">
              <a:solidFill>
                <a:schemeClr val="dk1"/>
              </a:solidFill>
              <a:latin typeface="Karla"/>
              <a:ea typeface="Karla"/>
              <a:cs typeface="Karla"/>
              <a:sym typeface="Karla"/>
            </a:endParaRPr>
          </a:p>
        </p:txBody>
      </p:sp>
      <p:pic>
        <p:nvPicPr>
          <p:cNvPr id="465" name="Google Shape;465;p47"/>
          <p:cNvPicPr preferRelativeResize="0"/>
          <p:nvPr/>
        </p:nvPicPr>
        <p:blipFill rotWithShape="1">
          <a:blip r:embed="rId5">
            <a:alphaModFix/>
          </a:blip>
          <a:srcRect b="0" l="0" r="0" t="0"/>
          <a:stretch/>
        </p:blipFill>
        <p:spPr>
          <a:xfrm rot="5400000">
            <a:off x="-590765" y="1291116"/>
            <a:ext cx="2786538" cy="2161739"/>
          </a:xfrm>
          <a:prstGeom prst="rect">
            <a:avLst/>
          </a:prstGeom>
          <a:noFill/>
          <a:ln>
            <a:noFill/>
          </a:ln>
        </p:spPr>
      </p:pic>
      <p:pic>
        <p:nvPicPr>
          <p:cNvPr id="466" name="Google Shape;466;p47"/>
          <p:cNvPicPr preferRelativeResize="0"/>
          <p:nvPr/>
        </p:nvPicPr>
        <p:blipFill rotWithShape="1">
          <a:blip r:embed="rId6">
            <a:alphaModFix/>
          </a:blip>
          <a:srcRect b="0" l="0" r="0" t="0"/>
          <a:stretch/>
        </p:blipFill>
        <p:spPr>
          <a:xfrm rot="5400000">
            <a:off x="389693" y="193321"/>
            <a:ext cx="2058291" cy="1993199"/>
          </a:xfrm>
          <a:prstGeom prst="rect">
            <a:avLst/>
          </a:prstGeom>
          <a:noFill/>
          <a:ln>
            <a:noFill/>
          </a:ln>
        </p:spPr>
      </p:pic>
      <p:pic>
        <p:nvPicPr>
          <p:cNvPr id="467" name="Google Shape;467;p47"/>
          <p:cNvPicPr preferRelativeResize="0"/>
          <p:nvPr/>
        </p:nvPicPr>
        <p:blipFill rotWithShape="1">
          <a:blip r:embed="rId7">
            <a:alphaModFix/>
          </a:blip>
          <a:srcRect b="0" l="0" r="0" t="0"/>
          <a:stretch/>
        </p:blipFill>
        <p:spPr>
          <a:xfrm rot="-5400000">
            <a:off x="-989076" y="3091849"/>
            <a:ext cx="4033303" cy="2891800"/>
          </a:xfrm>
          <a:prstGeom prst="rect">
            <a:avLst/>
          </a:prstGeom>
          <a:noFill/>
          <a:ln>
            <a:noFill/>
          </a:ln>
        </p:spPr>
      </p:pic>
      <p:pic>
        <p:nvPicPr>
          <p:cNvPr id="468" name="Google Shape;468;p47"/>
          <p:cNvPicPr preferRelativeResize="0"/>
          <p:nvPr/>
        </p:nvPicPr>
        <p:blipFill rotWithShape="1">
          <a:blip r:embed="rId8">
            <a:alphaModFix/>
          </a:blip>
          <a:srcRect b="0" l="0" r="0" t="0"/>
          <a:stretch/>
        </p:blipFill>
        <p:spPr>
          <a:xfrm rot="3546973">
            <a:off x="7590178" y="1978886"/>
            <a:ext cx="1674669" cy="3812953"/>
          </a:xfrm>
          <a:prstGeom prst="rect">
            <a:avLst/>
          </a:prstGeom>
          <a:noFill/>
          <a:ln>
            <a:noFill/>
          </a:ln>
        </p:spPr>
      </p:pic>
      <p:pic>
        <p:nvPicPr>
          <p:cNvPr id="469" name="Google Shape;469;p47"/>
          <p:cNvPicPr preferRelativeResize="0"/>
          <p:nvPr/>
        </p:nvPicPr>
        <p:blipFill rotWithShape="1">
          <a:blip r:embed="rId9">
            <a:alphaModFix/>
          </a:blip>
          <a:srcRect b="0" l="0" r="0" t="0"/>
          <a:stretch/>
        </p:blipFill>
        <p:spPr>
          <a:xfrm rot="-665179">
            <a:off x="6799174" y="-791526"/>
            <a:ext cx="1769485" cy="4292308"/>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6">
    <p:spTree>
      <p:nvGrpSpPr>
        <p:cNvPr id="470" name="Shape 470"/>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6_1">
    <p:spTree>
      <p:nvGrpSpPr>
        <p:cNvPr id="471" name="Shape 471"/>
        <p:cNvGrpSpPr/>
        <p:nvPr/>
      </p:nvGrpSpPr>
      <p:grpSpPr>
        <a:xfrm>
          <a:off x="0" y="0"/>
          <a:ext cx="0" cy="0"/>
          <a:chOff x="0" y="0"/>
          <a:chExt cx="0" cy="0"/>
        </a:xfrm>
      </p:grpSpPr>
      <p:pic>
        <p:nvPicPr>
          <p:cNvPr id="472" name="Google Shape;472;p49"/>
          <p:cNvPicPr preferRelativeResize="0"/>
          <p:nvPr/>
        </p:nvPicPr>
        <p:blipFill rotWithShape="1">
          <a:blip r:embed="rId2">
            <a:alphaModFix/>
          </a:blip>
          <a:srcRect b="0" l="0" r="0" t="0"/>
          <a:stretch/>
        </p:blipFill>
        <p:spPr>
          <a:xfrm rot="9305281">
            <a:off x="6956225" y="-36025"/>
            <a:ext cx="1924050" cy="4667250"/>
          </a:xfrm>
          <a:prstGeom prst="rect">
            <a:avLst/>
          </a:prstGeom>
          <a:noFill/>
          <a:ln>
            <a:noFill/>
          </a:ln>
        </p:spPr>
      </p:pic>
      <p:pic>
        <p:nvPicPr>
          <p:cNvPr id="473" name="Google Shape;473;p49"/>
          <p:cNvPicPr preferRelativeResize="0"/>
          <p:nvPr/>
        </p:nvPicPr>
        <p:blipFill rotWithShape="1">
          <a:blip r:embed="rId3">
            <a:alphaModFix/>
          </a:blip>
          <a:srcRect b="0" l="0" r="0" t="0"/>
          <a:stretch/>
        </p:blipFill>
        <p:spPr>
          <a:xfrm rot="5399999">
            <a:off x="6172375" y="658451"/>
            <a:ext cx="3810950" cy="2732349"/>
          </a:xfrm>
          <a:prstGeom prst="rect">
            <a:avLst/>
          </a:prstGeom>
          <a:noFill/>
          <a:ln>
            <a:noFill/>
          </a:ln>
        </p:spPr>
      </p:pic>
      <p:pic>
        <p:nvPicPr>
          <p:cNvPr id="474" name="Google Shape;474;p49"/>
          <p:cNvPicPr preferRelativeResize="0"/>
          <p:nvPr/>
        </p:nvPicPr>
        <p:blipFill rotWithShape="1">
          <a:blip r:embed="rId4">
            <a:alphaModFix/>
          </a:blip>
          <a:srcRect b="0" l="0" r="0" t="0"/>
          <a:stretch/>
        </p:blipFill>
        <p:spPr>
          <a:xfrm rot="-10">
            <a:off x="155678" y="1026170"/>
            <a:ext cx="1774244" cy="403966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6_1_1">
    <p:spTree>
      <p:nvGrpSpPr>
        <p:cNvPr id="475" name="Shape 475"/>
        <p:cNvGrpSpPr/>
        <p:nvPr/>
      </p:nvGrpSpPr>
      <p:grpSpPr>
        <a:xfrm>
          <a:off x="0" y="0"/>
          <a:ext cx="0" cy="0"/>
          <a:chOff x="0" y="0"/>
          <a:chExt cx="0" cy="0"/>
        </a:xfrm>
      </p:grpSpPr>
      <p:pic>
        <p:nvPicPr>
          <p:cNvPr id="476" name="Google Shape;476;p50"/>
          <p:cNvPicPr preferRelativeResize="0"/>
          <p:nvPr/>
        </p:nvPicPr>
        <p:blipFill rotWithShape="1">
          <a:blip r:embed="rId2">
            <a:alphaModFix/>
          </a:blip>
          <a:srcRect b="0" l="0" r="0" t="0"/>
          <a:stretch/>
        </p:blipFill>
        <p:spPr>
          <a:xfrm rot="10800000">
            <a:off x="7178600" y="160768"/>
            <a:ext cx="2504350" cy="1437030"/>
          </a:xfrm>
          <a:prstGeom prst="rect">
            <a:avLst/>
          </a:prstGeom>
          <a:noFill/>
          <a:ln>
            <a:noFill/>
          </a:ln>
        </p:spPr>
      </p:pic>
      <p:pic>
        <p:nvPicPr>
          <p:cNvPr id="477" name="Google Shape;477;p50"/>
          <p:cNvPicPr preferRelativeResize="0"/>
          <p:nvPr/>
        </p:nvPicPr>
        <p:blipFill>
          <a:blip r:embed="rId3">
            <a:alphaModFix/>
          </a:blip>
          <a:stretch>
            <a:fillRect/>
          </a:stretch>
        </p:blipFill>
        <p:spPr>
          <a:xfrm rot="4956358">
            <a:off x="5559239" y="-1676283"/>
            <a:ext cx="2386824" cy="4381382"/>
          </a:xfrm>
          <a:prstGeom prst="rect">
            <a:avLst/>
          </a:prstGeom>
          <a:noFill/>
          <a:ln>
            <a:noFill/>
          </a:ln>
        </p:spPr>
      </p:pic>
      <p:pic>
        <p:nvPicPr>
          <p:cNvPr id="478" name="Google Shape;478;p50"/>
          <p:cNvPicPr preferRelativeResize="0"/>
          <p:nvPr/>
        </p:nvPicPr>
        <p:blipFill rotWithShape="1">
          <a:blip r:embed="rId4">
            <a:alphaModFix/>
          </a:blip>
          <a:srcRect b="0" l="0" r="0" t="0"/>
          <a:stretch/>
        </p:blipFill>
        <p:spPr>
          <a:xfrm rot="-5400000">
            <a:off x="132425" y="2105999"/>
            <a:ext cx="2786538" cy="2161739"/>
          </a:xfrm>
          <a:prstGeom prst="rect">
            <a:avLst/>
          </a:prstGeom>
          <a:noFill/>
          <a:ln>
            <a:noFill/>
          </a:ln>
        </p:spPr>
      </p:pic>
      <p:pic>
        <p:nvPicPr>
          <p:cNvPr id="479" name="Google Shape;479;p50"/>
          <p:cNvPicPr preferRelativeResize="0"/>
          <p:nvPr/>
        </p:nvPicPr>
        <p:blipFill rotWithShape="1">
          <a:blip r:embed="rId5">
            <a:alphaModFix/>
          </a:blip>
          <a:srcRect b="0" l="0" r="0" t="0"/>
          <a:stretch/>
        </p:blipFill>
        <p:spPr>
          <a:xfrm rot="-5400000">
            <a:off x="-119786" y="3372335"/>
            <a:ext cx="2058291" cy="1993199"/>
          </a:xfrm>
          <a:prstGeom prst="rect">
            <a:avLst/>
          </a:prstGeom>
          <a:noFill/>
          <a:ln>
            <a:noFill/>
          </a:ln>
        </p:spPr>
      </p:pic>
      <p:pic>
        <p:nvPicPr>
          <p:cNvPr id="480" name="Google Shape;480;p50"/>
          <p:cNvPicPr preferRelativeResize="0"/>
          <p:nvPr/>
        </p:nvPicPr>
        <p:blipFill>
          <a:blip r:embed="rId6">
            <a:alphaModFix/>
          </a:blip>
          <a:stretch>
            <a:fillRect/>
          </a:stretch>
        </p:blipFill>
        <p:spPr>
          <a:xfrm rot="10800000">
            <a:off x="6645600" y="3698050"/>
            <a:ext cx="1840875" cy="1700025"/>
          </a:xfrm>
          <a:prstGeom prst="rect">
            <a:avLst/>
          </a:prstGeom>
          <a:noFill/>
          <a:ln>
            <a:noFill/>
          </a:ln>
        </p:spPr>
      </p:pic>
      <p:pic>
        <p:nvPicPr>
          <p:cNvPr id="481" name="Google Shape;481;p50"/>
          <p:cNvPicPr preferRelativeResize="0"/>
          <p:nvPr/>
        </p:nvPicPr>
        <p:blipFill rotWithShape="1">
          <a:blip r:embed="rId7">
            <a:alphaModFix/>
          </a:blip>
          <a:srcRect b="0" l="0" r="0" t="0"/>
          <a:stretch/>
        </p:blipFill>
        <p:spPr>
          <a:xfrm flipH="1" rot="-5400000">
            <a:off x="7220750" y="3593750"/>
            <a:ext cx="1572000" cy="2036650"/>
          </a:xfrm>
          <a:prstGeom prst="rect">
            <a:avLst/>
          </a:prstGeom>
          <a:noFill/>
          <a:ln>
            <a:noFill/>
          </a:ln>
        </p:spPr>
      </p:pic>
      <p:pic>
        <p:nvPicPr>
          <p:cNvPr id="482" name="Google Shape;482;p50"/>
          <p:cNvPicPr preferRelativeResize="0"/>
          <p:nvPr/>
        </p:nvPicPr>
        <p:blipFill rotWithShape="1">
          <a:blip r:embed="rId8">
            <a:alphaModFix/>
          </a:blip>
          <a:srcRect b="0" l="0" r="0" t="0"/>
          <a:stretch/>
        </p:blipFill>
        <p:spPr>
          <a:xfrm rot="358732">
            <a:off x="-399179" y="-654803"/>
            <a:ext cx="2002458" cy="455925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1pPr>
            <a:lvl2pPr lvl="1"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2pPr>
            <a:lvl3pPr lvl="2"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3pPr>
            <a:lvl4pPr lvl="3"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4pPr>
            <a:lvl5pPr lvl="4"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5pPr>
            <a:lvl6pPr lvl="5"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6pPr>
            <a:lvl7pPr lvl="6"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7pPr>
            <a:lvl8pPr lvl="7"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8pPr>
            <a:lvl9pPr lvl="8" rt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9pPr>
          </a:lstStyle>
          <a:p/>
        </p:txBody>
      </p:sp>
      <p:sp>
        <p:nvSpPr>
          <p:cNvPr id="7" name="Google Shape;7;p1"/>
          <p:cNvSpPr txBox="1"/>
          <p:nvPr>
            <p:ph idx="1" type="body"/>
          </p:nvPr>
        </p:nvSpPr>
        <p:spPr>
          <a:xfrm>
            <a:off x="713225" y="1187600"/>
            <a:ext cx="77175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1pPr>
            <a:lvl2pPr indent="-330200" lvl="1" marL="9144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2pPr>
            <a:lvl3pPr indent="-330200" lvl="2" marL="13716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3pPr>
            <a:lvl4pPr indent="-330200" lvl="3" marL="18288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4pPr>
            <a:lvl5pPr indent="-330200" lvl="4" marL="22860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5pPr>
            <a:lvl6pPr indent="-330200" lvl="5" marL="27432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6pPr>
            <a:lvl7pPr indent="-330200" lvl="6" marL="32004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7pPr>
            <a:lvl8pPr indent="-330200" lvl="7" marL="36576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8pPr>
            <a:lvl9pPr indent="-330200" lvl="8" marL="4114800" rtl="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5.jpg"/><Relationship Id="rId4" Type="http://schemas.openxmlformats.org/officeDocument/2006/relationships/image" Target="../media/image29.jpg"/><Relationship Id="rId5" Type="http://schemas.openxmlformats.org/officeDocument/2006/relationships/image" Target="../media/image27.jpg"/><Relationship Id="rId6" Type="http://schemas.openxmlformats.org/officeDocument/2006/relationships/image" Target="../media/image37.jpg"/><Relationship Id="rId7" Type="http://schemas.openxmlformats.org/officeDocument/2006/relationships/image" Target="../media/image26.jpg"/><Relationship Id="rId8" Type="http://schemas.openxmlformats.org/officeDocument/2006/relationships/image" Target="../media/image2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8.jpg"/><Relationship Id="rId4" Type="http://schemas.openxmlformats.org/officeDocument/2006/relationships/image" Target="../media/image31.jpg"/><Relationship Id="rId9" Type="http://schemas.openxmlformats.org/officeDocument/2006/relationships/image" Target="../media/image39.jpg"/><Relationship Id="rId5" Type="http://schemas.openxmlformats.org/officeDocument/2006/relationships/image" Target="../media/image35.jpg"/><Relationship Id="rId6" Type="http://schemas.openxmlformats.org/officeDocument/2006/relationships/image" Target="../media/image32.jpg"/><Relationship Id="rId7" Type="http://schemas.openxmlformats.org/officeDocument/2006/relationships/image" Target="../media/image26.jpg"/><Relationship Id="rId8" Type="http://schemas.openxmlformats.org/officeDocument/2006/relationships/image" Target="../media/image3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8.jpg"/><Relationship Id="rId4" Type="http://schemas.openxmlformats.org/officeDocument/2006/relationships/image" Target="../media/image33.jpg"/><Relationship Id="rId5" Type="http://schemas.openxmlformats.org/officeDocument/2006/relationships/image" Target="../media/image3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4.png"/><Relationship Id="rId4" Type="http://schemas.openxmlformats.org/officeDocument/2006/relationships/image" Target="../media/image30.jpg"/><Relationship Id="rId5"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7.jpg"/><Relationship Id="rId4" Type="http://schemas.openxmlformats.org/officeDocument/2006/relationships/image" Target="../media/image29.jpg"/><Relationship Id="rId9" Type="http://schemas.openxmlformats.org/officeDocument/2006/relationships/image" Target="../media/image30.jpg"/><Relationship Id="rId5" Type="http://schemas.openxmlformats.org/officeDocument/2006/relationships/image" Target="../media/image27.jpg"/><Relationship Id="rId6" Type="http://schemas.openxmlformats.org/officeDocument/2006/relationships/image" Target="../media/image36.jpg"/><Relationship Id="rId7" Type="http://schemas.openxmlformats.org/officeDocument/2006/relationships/image" Target="../media/image50.jpg"/><Relationship Id="rId8" Type="http://schemas.openxmlformats.org/officeDocument/2006/relationships/image" Target="../media/image2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1.jpg"/><Relationship Id="rId4" Type="http://schemas.openxmlformats.org/officeDocument/2006/relationships/image" Target="../media/image3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2.png"/><Relationship Id="rId4" Type="http://schemas.openxmlformats.org/officeDocument/2006/relationships/image" Target="../media/image38.jpg"/><Relationship Id="rId5"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5.jpg"/><Relationship Id="rId4" Type="http://schemas.openxmlformats.org/officeDocument/2006/relationships/image" Target="../media/image4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8.jpg"/><Relationship Id="rId4" Type="http://schemas.openxmlformats.org/officeDocument/2006/relationships/image" Target="../media/image39.jpg"/><Relationship Id="rId5" Type="http://schemas.openxmlformats.org/officeDocument/2006/relationships/image" Target="../media/image30.jpg"/><Relationship Id="rId6" Type="http://schemas.openxmlformats.org/officeDocument/2006/relationships/image" Target="../media/image28.jpg"/><Relationship Id="rId7" Type="http://schemas.openxmlformats.org/officeDocument/2006/relationships/image" Target="../media/image5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1"/>
          <p:cNvSpPr txBox="1"/>
          <p:nvPr>
            <p:ph type="ctrTitle"/>
          </p:nvPr>
        </p:nvSpPr>
        <p:spPr>
          <a:xfrm>
            <a:off x="311708" y="688050"/>
            <a:ext cx="8520600" cy="2052600"/>
          </a:xfrm>
          <a:prstGeom prst="rect">
            <a:avLst/>
          </a:prstGeom>
        </p:spPr>
        <p:txBody>
          <a:bodyPr anchorCtr="0" anchor="t" bIns="91425" lIns="91425" spcFirstLastPara="1" rIns="91425" wrap="square" tIns="91425">
            <a:noAutofit/>
          </a:bodyPr>
          <a:lstStyle/>
          <a:p>
            <a:pPr indent="0" lvl="0" marL="0" rtl="0" algn="ctr">
              <a:lnSpc>
                <a:spcPct val="115000"/>
              </a:lnSpc>
              <a:spcBef>
                <a:spcPts val="1100"/>
              </a:spcBef>
              <a:spcAft>
                <a:spcPts val="0"/>
              </a:spcAft>
              <a:buClr>
                <a:schemeClr val="dk1"/>
              </a:buClr>
              <a:buSzPts val="1100"/>
              <a:buFont typeface="Arial"/>
              <a:buNone/>
            </a:pPr>
            <a:r>
              <a:rPr b="1" lang="en-GB" sz="5000" u="sng"/>
              <a:t>Exploring Multimedia-Digital Audio representation</a:t>
            </a:r>
            <a:r>
              <a:rPr b="1" lang="en-GB" sz="3700" u="sng"/>
              <a:t> </a:t>
            </a:r>
            <a:endParaRPr b="1" sz="3700" u="sng"/>
          </a:p>
          <a:p>
            <a:pPr indent="0" lvl="0" marL="0" rtl="0" algn="ctr">
              <a:spcBef>
                <a:spcPts val="200"/>
              </a:spcBef>
              <a:spcAft>
                <a:spcPts val="0"/>
              </a:spcAft>
              <a:buNone/>
            </a:pPr>
            <a:r>
              <a:t/>
            </a:r>
            <a:endParaRPr/>
          </a:p>
        </p:txBody>
      </p:sp>
      <p:sp>
        <p:nvSpPr>
          <p:cNvPr id="488" name="Google Shape;488;p51"/>
          <p:cNvSpPr txBox="1"/>
          <p:nvPr>
            <p:ph idx="1" type="subTitle"/>
          </p:nvPr>
        </p:nvSpPr>
        <p:spPr>
          <a:xfrm>
            <a:off x="1540050" y="3639900"/>
            <a:ext cx="6063900" cy="42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DM Serif Display"/>
                <a:ea typeface="DM Serif Display"/>
                <a:cs typeface="DM Serif Display"/>
                <a:sym typeface="DM Serif Display"/>
              </a:rPr>
              <a:t>By: Yomna Mazhar - DECI student</a:t>
            </a:r>
            <a:r>
              <a:rPr b="1" lang="en-GB">
                <a:latin typeface="Lexend"/>
                <a:ea typeface="Lexend"/>
                <a:cs typeface="Lexend"/>
                <a:sym typeface="Lexend"/>
              </a:rPr>
              <a:t>  </a:t>
            </a:r>
            <a:endParaRPr b="1">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2"/>
          <p:cNvSpPr txBox="1"/>
          <p:nvPr>
            <p:ph type="title"/>
          </p:nvPr>
        </p:nvSpPr>
        <p:spPr>
          <a:xfrm>
            <a:off x="713225" y="539500"/>
            <a:ext cx="8018100" cy="12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All that we hear like animals sounds , our taking or music  are invisible sound waves in the air. </a:t>
            </a:r>
            <a:endParaRPr/>
          </a:p>
        </p:txBody>
      </p:sp>
      <p:pic>
        <p:nvPicPr>
          <p:cNvPr id="494" name="Google Shape;494;p52"/>
          <p:cNvPicPr preferRelativeResize="0"/>
          <p:nvPr/>
        </p:nvPicPr>
        <p:blipFill rotWithShape="1">
          <a:blip r:embed="rId3">
            <a:alphaModFix/>
          </a:blip>
          <a:srcRect b="25874" l="18696" r="16879" t="22275"/>
          <a:stretch/>
        </p:blipFill>
        <p:spPr>
          <a:xfrm>
            <a:off x="6573300" y="1965100"/>
            <a:ext cx="1827725" cy="1471000"/>
          </a:xfrm>
          <a:prstGeom prst="rect">
            <a:avLst/>
          </a:prstGeom>
          <a:noFill/>
          <a:ln>
            <a:noFill/>
          </a:ln>
        </p:spPr>
      </p:pic>
      <p:pic>
        <p:nvPicPr>
          <p:cNvPr id="495" name="Google Shape;495;p52"/>
          <p:cNvPicPr preferRelativeResize="0"/>
          <p:nvPr/>
        </p:nvPicPr>
        <p:blipFill rotWithShape="1">
          <a:blip r:embed="rId4">
            <a:alphaModFix/>
          </a:blip>
          <a:srcRect b="0" l="9429" r="-9" t="3054"/>
          <a:stretch/>
        </p:blipFill>
        <p:spPr>
          <a:xfrm>
            <a:off x="4695537" y="2406975"/>
            <a:ext cx="1827725" cy="1956275"/>
          </a:xfrm>
          <a:prstGeom prst="rect">
            <a:avLst/>
          </a:prstGeom>
          <a:noFill/>
          <a:ln>
            <a:noFill/>
          </a:ln>
        </p:spPr>
      </p:pic>
      <p:pic>
        <p:nvPicPr>
          <p:cNvPr id="496" name="Google Shape;496;p52"/>
          <p:cNvPicPr preferRelativeResize="0"/>
          <p:nvPr/>
        </p:nvPicPr>
        <p:blipFill>
          <a:blip r:embed="rId5">
            <a:alphaModFix/>
          </a:blip>
          <a:stretch>
            <a:fillRect/>
          </a:stretch>
        </p:blipFill>
        <p:spPr>
          <a:xfrm rot="992955">
            <a:off x="3837587" y="2104072"/>
            <a:ext cx="1141925" cy="1141900"/>
          </a:xfrm>
          <a:prstGeom prst="rect">
            <a:avLst/>
          </a:prstGeom>
          <a:noFill/>
          <a:ln cap="flat" cmpd="sng" w="9525">
            <a:solidFill>
              <a:schemeClr val="lt1"/>
            </a:solidFill>
            <a:prstDash val="solid"/>
            <a:round/>
            <a:headEnd len="sm" w="sm" type="none"/>
            <a:tailEnd len="sm" w="sm" type="none"/>
          </a:ln>
        </p:spPr>
      </p:pic>
      <p:pic>
        <p:nvPicPr>
          <p:cNvPr id="497" name="Google Shape;497;p52"/>
          <p:cNvPicPr preferRelativeResize="0"/>
          <p:nvPr/>
        </p:nvPicPr>
        <p:blipFill rotWithShape="1">
          <a:blip r:embed="rId6">
            <a:alphaModFix/>
          </a:blip>
          <a:srcRect b="0" l="0" r="0" t="0"/>
          <a:stretch/>
        </p:blipFill>
        <p:spPr>
          <a:xfrm>
            <a:off x="2390750" y="2850388"/>
            <a:ext cx="1363150" cy="1363150"/>
          </a:xfrm>
          <a:prstGeom prst="rect">
            <a:avLst/>
          </a:prstGeom>
          <a:noFill/>
          <a:ln>
            <a:noFill/>
          </a:ln>
        </p:spPr>
      </p:pic>
      <p:pic>
        <p:nvPicPr>
          <p:cNvPr id="498" name="Google Shape;498;p52"/>
          <p:cNvPicPr preferRelativeResize="0"/>
          <p:nvPr/>
        </p:nvPicPr>
        <p:blipFill rotWithShape="1">
          <a:blip r:embed="rId7">
            <a:alphaModFix/>
          </a:blip>
          <a:srcRect b="17222" l="4378" r="6993" t="15055"/>
          <a:stretch/>
        </p:blipFill>
        <p:spPr>
          <a:xfrm>
            <a:off x="789375" y="1706500"/>
            <a:ext cx="1541050" cy="1177650"/>
          </a:xfrm>
          <a:prstGeom prst="rect">
            <a:avLst/>
          </a:prstGeom>
          <a:noFill/>
          <a:ln>
            <a:noFill/>
          </a:ln>
        </p:spPr>
      </p:pic>
      <p:pic>
        <p:nvPicPr>
          <p:cNvPr id="499" name="Google Shape;499;p52"/>
          <p:cNvPicPr preferRelativeResize="0"/>
          <p:nvPr/>
        </p:nvPicPr>
        <p:blipFill rotWithShape="1">
          <a:blip r:embed="rId8">
            <a:alphaModFix/>
          </a:blip>
          <a:srcRect b="8606" l="15303" r="10160" t="8647"/>
          <a:stretch/>
        </p:blipFill>
        <p:spPr>
          <a:xfrm>
            <a:off x="1234950" y="2884150"/>
            <a:ext cx="695510" cy="431875"/>
          </a:xfrm>
          <a:prstGeom prst="rect">
            <a:avLst/>
          </a:prstGeom>
          <a:noFill/>
          <a:ln>
            <a:noFill/>
          </a:ln>
        </p:spPr>
      </p:pic>
      <p:pic>
        <p:nvPicPr>
          <p:cNvPr id="500" name="Google Shape;500;p52"/>
          <p:cNvPicPr preferRelativeResize="0"/>
          <p:nvPr/>
        </p:nvPicPr>
        <p:blipFill rotWithShape="1">
          <a:blip r:embed="rId8">
            <a:alphaModFix/>
          </a:blip>
          <a:srcRect b="8606" l="15303" r="10160" t="8647"/>
          <a:stretch/>
        </p:blipFill>
        <p:spPr>
          <a:xfrm>
            <a:off x="3876962" y="3316025"/>
            <a:ext cx="695510" cy="431875"/>
          </a:xfrm>
          <a:prstGeom prst="rect">
            <a:avLst/>
          </a:prstGeom>
          <a:noFill/>
          <a:ln>
            <a:noFill/>
          </a:ln>
        </p:spPr>
      </p:pic>
      <p:pic>
        <p:nvPicPr>
          <p:cNvPr id="501" name="Google Shape;501;p52"/>
          <p:cNvPicPr preferRelativeResize="0"/>
          <p:nvPr/>
        </p:nvPicPr>
        <p:blipFill rotWithShape="1">
          <a:blip r:embed="rId8">
            <a:alphaModFix/>
          </a:blip>
          <a:srcRect b="8606" l="15303" r="10160" t="8647"/>
          <a:stretch/>
        </p:blipFill>
        <p:spPr>
          <a:xfrm>
            <a:off x="2670525" y="4363250"/>
            <a:ext cx="695510" cy="431875"/>
          </a:xfrm>
          <a:prstGeom prst="rect">
            <a:avLst/>
          </a:prstGeom>
          <a:noFill/>
          <a:ln>
            <a:noFill/>
          </a:ln>
        </p:spPr>
      </p:pic>
      <p:pic>
        <p:nvPicPr>
          <p:cNvPr id="502" name="Google Shape;502;p52"/>
          <p:cNvPicPr preferRelativeResize="0"/>
          <p:nvPr/>
        </p:nvPicPr>
        <p:blipFill rotWithShape="1">
          <a:blip r:embed="rId8">
            <a:alphaModFix/>
          </a:blip>
          <a:srcRect b="8606" l="15303" r="10160" t="8647"/>
          <a:stretch/>
        </p:blipFill>
        <p:spPr>
          <a:xfrm>
            <a:off x="4894325" y="4412075"/>
            <a:ext cx="695510" cy="431875"/>
          </a:xfrm>
          <a:prstGeom prst="rect">
            <a:avLst/>
          </a:prstGeom>
          <a:noFill/>
          <a:ln>
            <a:noFill/>
          </a:ln>
        </p:spPr>
      </p:pic>
      <p:pic>
        <p:nvPicPr>
          <p:cNvPr id="503" name="Google Shape;503;p52"/>
          <p:cNvPicPr preferRelativeResize="0"/>
          <p:nvPr/>
        </p:nvPicPr>
        <p:blipFill rotWithShape="1">
          <a:blip r:embed="rId8">
            <a:alphaModFix/>
          </a:blip>
          <a:srcRect b="8606" l="15303" r="10160" t="8647"/>
          <a:stretch/>
        </p:blipFill>
        <p:spPr>
          <a:xfrm>
            <a:off x="7198200" y="3633850"/>
            <a:ext cx="695510" cy="431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3"/>
          <p:cNvSpPr txBox="1"/>
          <p:nvPr>
            <p:ph type="title"/>
          </p:nvPr>
        </p:nvSpPr>
        <p:spPr>
          <a:xfrm>
            <a:off x="713225" y="539500"/>
            <a:ext cx="7948200" cy="145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These sound waves become visible when we represent them as a files digitally on our computers  and become digital </a:t>
            </a:r>
            <a:r>
              <a:rPr lang="en-GB"/>
              <a:t>audio. </a:t>
            </a:r>
            <a:endParaRPr/>
          </a:p>
        </p:txBody>
      </p:sp>
      <p:pic>
        <p:nvPicPr>
          <p:cNvPr id="509" name="Google Shape;509;p53"/>
          <p:cNvPicPr preferRelativeResize="0"/>
          <p:nvPr/>
        </p:nvPicPr>
        <p:blipFill rotWithShape="1">
          <a:blip r:embed="rId3">
            <a:alphaModFix/>
          </a:blip>
          <a:srcRect b="0" l="0" r="2875" t="0"/>
          <a:stretch/>
        </p:blipFill>
        <p:spPr>
          <a:xfrm>
            <a:off x="6103800" y="1952400"/>
            <a:ext cx="2326526" cy="2395325"/>
          </a:xfrm>
          <a:prstGeom prst="rect">
            <a:avLst/>
          </a:prstGeom>
          <a:noFill/>
          <a:ln>
            <a:noFill/>
          </a:ln>
        </p:spPr>
      </p:pic>
      <p:pic>
        <p:nvPicPr>
          <p:cNvPr id="510" name="Google Shape;510;p53"/>
          <p:cNvPicPr preferRelativeResize="0"/>
          <p:nvPr/>
        </p:nvPicPr>
        <p:blipFill rotWithShape="1">
          <a:blip r:embed="rId4">
            <a:alphaModFix/>
          </a:blip>
          <a:srcRect b="19052" l="8143" r="6146" t="24765"/>
          <a:stretch/>
        </p:blipFill>
        <p:spPr>
          <a:xfrm>
            <a:off x="6488401" y="2139174"/>
            <a:ext cx="1557305" cy="877200"/>
          </a:xfrm>
          <a:prstGeom prst="rect">
            <a:avLst/>
          </a:prstGeom>
          <a:noFill/>
          <a:ln>
            <a:noFill/>
          </a:ln>
          <a:effectLst>
            <a:reflection blurRad="0" dir="5400000" dist="38100" endA="0" endPos="1000" fadeDir="5400012" kx="0" rotWithShape="0" algn="bl" stPos="0" sy="-100000" ky="0"/>
          </a:effectLst>
        </p:spPr>
      </p:pic>
      <p:pic>
        <p:nvPicPr>
          <p:cNvPr id="511" name="Google Shape;511;p53"/>
          <p:cNvPicPr preferRelativeResize="0"/>
          <p:nvPr/>
        </p:nvPicPr>
        <p:blipFill>
          <a:blip r:embed="rId5">
            <a:alphaModFix/>
          </a:blip>
          <a:stretch>
            <a:fillRect/>
          </a:stretch>
        </p:blipFill>
        <p:spPr>
          <a:xfrm>
            <a:off x="3819287" y="3016375"/>
            <a:ext cx="831151" cy="831172"/>
          </a:xfrm>
          <a:prstGeom prst="rect">
            <a:avLst/>
          </a:prstGeom>
          <a:noFill/>
          <a:ln>
            <a:noFill/>
          </a:ln>
        </p:spPr>
      </p:pic>
      <p:pic>
        <p:nvPicPr>
          <p:cNvPr id="512" name="Google Shape;512;p53"/>
          <p:cNvPicPr preferRelativeResize="0"/>
          <p:nvPr/>
        </p:nvPicPr>
        <p:blipFill>
          <a:blip r:embed="rId6">
            <a:alphaModFix/>
          </a:blip>
          <a:stretch>
            <a:fillRect/>
          </a:stretch>
        </p:blipFill>
        <p:spPr>
          <a:xfrm>
            <a:off x="1150825" y="3340025"/>
            <a:ext cx="831150" cy="831150"/>
          </a:xfrm>
          <a:prstGeom prst="rect">
            <a:avLst/>
          </a:prstGeom>
          <a:noFill/>
          <a:ln>
            <a:noFill/>
          </a:ln>
        </p:spPr>
      </p:pic>
      <p:pic>
        <p:nvPicPr>
          <p:cNvPr id="513" name="Google Shape;513;p53"/>
          <p:cNvPicPr preferRelativeResize="0"/>
          <p:nvPr/>
        </p:nvPicPr>
        <p:blipFill rotWithShape="1">
          <a:blip r:embed="rId7">
            <a:alphaModFix/>
          </a:blip>
          <a:srcRect b="18556" l="8678" r="8670" t="18563"/>
          <a:stretch/>
        </p:blipFill>
        <p:spPr>
          <a:xfrm>
            <a:off x="645563" y="1997225"/>
            <a:ext cx="1841684" cy="1401300"/>
          </a:xfrm>
          <a:prstGeom prst="rect">
            <a:avLst/>
          </a:prstGeom>
          <a:noFill/>
          <a:ln>
            <a:noFill/>
          </a:ln>
        </p:spPr>
      </p:pic>
      <p:sp>
        <p:nvSpPr>
          <p:cNvPr id="514" name="Google Shape;514;p53"/>
          <p:cNvSpPr txBox="1"/>
          <p:nvPr/>
        </p:nvSpPr>
        <p:spPr>
          <a:xfrm>
            <a:off x="627125" y="4082575"/>
            <a:ext cx="2254200" cy="10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Frist: </a:t>
            </a:r>
            <a:r>
              <a:rPr lang="en-GB" sz="1600">
                <a:solidFill>
                  <a:schemeClr val="dk1"/>
                </a:solidFill>
                <a:latin typeface="DM Serif Display"/>
                <a:ea typeface="DM Serif Display"/>
                <a:cs typeface="DM Serif Display"/>
                <a:sym typeface="DM Serif Display"/>
              </a:rPr>
              <a:t>recording or capture </a:t>
            </a:r>
            <a:r>
              <a:rPr lang="en-GB" sz="1600">
                <a:solidFill>
                  <a:schemeClr val="dk1"/>
                </a:solidFill>
                <a:latin typeface="DM Serif Display"/>
                <a:ea typeface="DM Serif Display"/>
                <a:cs typeface="DM Serif Display"/>
                <a:sym typeface="DM Serif Display"/>
              </a:rPr>
              <a:t> </a:t>
            </a:r>
            <a:endParaRPr sz="16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 Sound waves.</a:t>
            </a:r>
            <a:endParaRPr sz="1600">
              <a:solidFill>
                <a:schemeClr val="dk1"/>
              </a:solidFill>
              <a:latin typeface="DM Serif Display"/>
              <a:ea typeface="DM Serif Display"/>
              <a:cs typeface="DM Serif Display"/>
              <a:sym typeface="DM Serif Display"/>
            </a:endParaRPr>
          </a:p>
        </p:txBody>
      </p:sp>
      <p:pic>
        <p:nvPicPr>
          <p:cNvPr id="515" name="Google Shape;515;p53"/>
          <p:cNvPicPr preferRelativeResize="0"/>
          <p:nvPr/>
        </p:nvPicPr>
        <p:blipFill rotWithShape="1">
          <a:blip r:embed="rId8">
            <a:alphaModFix/>
          </a:blip>
          <a:srcRect b="14330" l="28355" r="31213" t="13878"/>
          <a:stretch/>
        </p:blipFill>
        <p:spPr>
          <a:xfrm rot="5400000">
            <a:off x="2847400" y="2086025"/>
            <a:ext cx="553900" cy="983500"/>
          </a:xfrm>
          <a:prstGeom prst="rect">
            <a:avLst/>
          </a:prstGeom>
          <a:noFill/>
          <a:ln>
            <a:noFill/>
          </a:ln>
        </p:spPr>
      </p:pic>
      <p:sp>
        <p:nvSpPr>
          <p:cNvPr id="516" name="Google Shape;516;p53"/>
          <p:cNvSpPr txBox="1"/>
          <p:nvPr/>
        </p:nvSpPr>
        <p:spPr>
          <a:xfrm>
            <a:off x="3141300" y="3849525"/>
            <a:ext cx="2184600" cy="14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latin typeface="DM Serif Display"/>
                <a:ea typeface="DM Serif Display"/>
                <a:cs typeface="DM Serif Display"/>
                <a:sym typeface="DM Serif Display"/>
              </a:rPr>
              <a:t>Then save these waves on the computer as a file.</a:t>
            </a:r>
            <a:endParaRPr sz="1500">
              <a:solidFill>
                <a:schemeClr val="dk1"/>
              </a:solidFill>
              <a:latin typeface="DM Serif Display"/>
              <a:ea typeface="DM Serif Display"/>
              <a:cs typeface="DM Serif Display"/>
              <a:sym typeface="DM Serif Display"/>
            </a:endParaRPr>
          </a:p>
        </p:txBody>
      </p:sp>
      <p:pic>
        <p:nvPicPr>
          <p:cNvPr id="517" name="Google Shape;517;p53"/>
          <p:cNvPicPr preferRelativeResize="0"/>
          <p:nvPr/>
        </p:nvPicPr>
        <p:blipFill rotWithShape="1">
          <a:blip r:embed="rId8">
            <a:alphaModFix/>
          </a:blip>
          <a:srcRect b="14330" l="28355" r="31213" t="13878"/>
          <a:stretch/>
        </p:blipFill>
        <p:spPr>
          <a:xfrm rot="5400000">
            <a:off x="5044450" y="2080000"/>
            <a:ext cx="553900" cy="983500"/>
          </a:xfrm>
          <a:prstGeom prst="rect">
            <a:avLst/>
          </a:prstGeom>
          <a:noFill/>
          <a:ln>
            <a:noFill/>
          </a:ln>
        </p:spPr>
      </p:pic>
      <p:sp>
        <p:nvSpPr>
          <p:cNvPr id="518" name="Google Shape;518;p53"/>
          <p:cNvSpPr txBox="1"/>
          <p:nvPr/>
        </p:nvSpPr>
        <p:spPr>
          <a:xfrm>
            <a:off x="5416400" y="4266175"/>
            <a:ext cx="31824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chemeClr val="dk1"/>
                </a:solidFill>
                <a:latin typeface="DM Serif Display"/>
                <a:ea typeface="DM Serif Display"/>
                <a:cs typeface="DM Serif Display"/>
                <a:sym typeface="DM Serif Display"/>
              </a:rPr>
              <a:t>Sound waves changes into visible waves by representing digitally ‘the digital </a:t>
            </a:r>
            <a:r>
              <a:rPr lang="en-GB" sz="1500">
                <a:solidFill>
                  <a:schemeClr val="dk1"/>
                </a:solidFill>
                <a:latin typeface="DM Serif Display"/>
                <a:ea typeface="DM Serif Display"/>
                <a:cs typeface="DM Serif Display"/>
                <a:sym typeface="DM Serif Display"/>
              </a:rPr>
              <a:t>audios</a:t>
            </a:r>
            <a:r>
              <a:rPr lang="en-GB" sz="1500">
                <a:solidFill>
                  <a:schemeClr val="dk1"/>
                </a:solidFill>
                <a:latin typeface="DM Serif Display"/>
                <a:ea typeface="DM Serif Display"/>
                <a:cs typeface="DM Serif Display"/>
                <a:sym typeface="DM Serif Display"/>
              </a:rPr>
              <a:t>’.</a:t>
            </a:r>
            <a:endParaRPr sz="1500">
              <a:solidFill>
                <a:schemeClr val="dk1"/>
              </a:solidFill>
              <a:latin typeface="DM Serif Display"/>
              <a:ea typeface="DM Serif Display"/>
              <a:cs typeface="DM Serif Display"/>
              <a:sym typeface="DM Serif Display"/>
            </a:endParaRPr>
          </a:p>
        </p:txBody>
      </p:sp>
      <p:sp>
        <p:nvSpPr>
          <p:cNvPr id="519" name="Google Shape;519;p5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520" name="Google Shape;520;p53"/>
          <p:cNvPicPr preferRelativeResize="0"/>
          <p:nvPr/>
        </p:nvPicPr>
        <p:blipFill>
          <a:blip r:embed="rId9">
            <a:alphaModFix/>
          </a:blip>
          <a:stretch>
            <a:fillRect/>
          </a:stretch>
        </p:blipFill>
        <p:spPr>
          <a:xfrm>
            <a:off x="3828450" y="1997200"/>
            <a:ext cx="934138" cy="1060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4"/>
          <p:cNvSpPr txBox="1"/>
          <p:nvPr>
            <p:ph type="title"/>
          </p:nvPr>
        </p:nvSpPr>
        <p:spPr>
          <a:xfrm>
            <a:off x="293300" y="225500"/>
            <a:ext cx="7543800" cy="222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200"/>
              <a:t>The representation of sound waves on computer are analog signals, which means they are continuous and vary in amplitude and frequency.</a:t>
            </a:r>
            <a:endParaRPr sz="2200"/>
          </a:p>
        </p:txBody>
      </p:sp>
      <p:pic>
        <p:nvPicPr>
          <p:cNvPr id="526" name="Google Shape;526;p54"/>
          <p:cNvPicPr preferRelativeResize="0"/>
          <p:nvPr/>
        </p:nvPicPr>
        <p:blipFill rotWithShape="1">
          <a:blip r:embed="rId3">
            <a:alphaModFix/>
          </a:blip>
          <a:srcRect b="0" l="0" r="2875" t="0"/>
          <a:stretch/>
        </p:blipFill>
        <p:spPr>
          <a:xfrm>
            <a:off x="616325" y="2663153"/>
            <a:ext cx="2491200" cy="2363047"/>
          </a:xfrm>
          <a:prstGeom prst="rect">
            <a:avLst/>
          </a:prstGeom>
          <a:noFill/>
          <a:ln>
            <a:noFill/>
          </a:ln>
        </p:spPr>
      </p:pic>
      <p:sp>
        <p:nvSpPr>
          <p:cNvPr id="527" name="Google Shape;527;p54"/>
          <p:cNvSpPr txBox="1"/>
          <p:nvPr/>
        </p:nvSpPr>
        <p:spPr>
          <a:xfrm>
            <a:off x="293300" y="1297175"/>
            <a:ext cx="7006200" cy="18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DM Serif Display"/>
                <a:ea typeface="DM Serif Display"/>
                <a:cs typeface="DM Serif Display"/>
                <a:sym typeface="DM Serif Display"/>
              </a:rPr>
              <a:t>The ability of converting the  physical sound waves into zeros and ones ‘‘binary ’’ is called analog to digital </a:t>
            </a:r>
            <a:r>
              <a:rPr lang="en-GB" sz="2200">
                <a:solidFill>
                  <a:schemeClr val="dk1"/>
                </a:solidFill>
                <a:latin typeface="DM Serif Display"/>
                <a:ea typeface="DM Serif Display"/>
                <a:cs typeface="DM Serif Display"/>
                <a:sym typeface="DM Serif Display"/>
              </a:rPr>
              <a:t>conversion</a:t>
            </a:r>
            <a:r>
              <a:rPr lang="en-GB" sz="2200">
                <a:solidFill>
                  <a:schemeClr val="dk1"/>
                </a:solidFill>
                <a:latin typeface="DM Serif Display"/>
                <a:ea typeface="DM Serif Display"/>
                <a:cs typeface="DM Serif Display"/>
                <a:sym typeface="DM Serif Display"/>
              </a:rPr>
              <a:t>  ‘ADC’.</a:t>
            </a:r>
            <a:endParaRPr sz="2200">
              <a:solidFill>
                <a:schemeClr val="dk1"/>
              </a:solidFill>
              <a:latin typeface="DM Serif Display"/>
              <a:ea typeface="DM Serif Display"/>
              <a:cs typeface="DM Serif Display"/>
              <a:sym typeface="DM Serif Display"/>
            </a:endParaRPr>
          </a:p>
        </p:txBody>
      </p:sp>
      <p:pic>
        <p:nvPicPr>
          <p:cNvPr id="528" name="Google Shape;528;p54"/>
          <p:cNvPicPr preferRelativeResize="0"/>
          <p:nvPr/>
        </p:nvPicPr>
        <p:blipFill rotWithShape="1">
          <a:blip r:embed="rId4">
            <a:alphaModFix/>
          </a:blip>
          <a:srcRect b="33709" l="1416" r="2264" t="34379"/>
          <a:stretch/>
        </p:blipFill>
        <p:spPr>
          <a:xfrm>
            <a:off x="859024" y="3039675"/>
            <a:ext cx="2005800" cy="664578"/>
          </a:xfrm>
          <a:prstGeom prst="rect">
            <a:avLst/>
          </a:prstGeom>
          <a:noFill/>
          <a:ln>
            <a:noFill/>
          </a:ln>
        </p:spPr>
      </p:pic>
      <p:pic>
        <p:nvPicPr>
          <p:cNvPr id="529" name="Google Shape;529;p54"/>
          <p:cNvPicPr preferRelativeResize="0"/>
          <p:nvPr/>
        </p:nvPicPr>
        <p:blipFill rotWithShape="1">
          <a:blip r:embed="rId3">
            <a:alphaModFix/>
          </a:blip>
          <a:srcRect b="0" l="1437" r="1437" t="-1874"/>
          <a:stretch/>
        </p:blipFill>
        <p:spPr>
          <a:xfrm>
            <a:off x="5011750" y="2663875"/>
            <a:ext cx="2491200" cy="2361600"/>
          </a:xfrm>
          <a:prstGeom prst="rect">
            <a:avLst/>
          </a:prstGeom>
          <a:noFill/>
          <a:ln>
            <a:noFill/>
          </a:ln>
        </p:spPr>
      </p:pic>
      <p:pic>
        <p:nvPicPr>
          <p:cNvPr id="530" name="Google Shape;530;p54"/>
          <p:cNvPicPr preferRelativeResize="0"/>
          <p:nvPr/>
        </p:nvPicPr>
        <p:blipFill rotWithShape="1">
          <a:blip r:embed="rId5">
            <a:alphaModFix/>
          </a:blip>
          <a:srcRect b="14330" l="28355" r="31213" t="13878"/>
          <a:stretch/>
        </p:blipFill>
        <p:spPr>
          <a:xfrm rot="5400000">
            <a:off x="3819275" y="2945175"/>
            <a:ext cx="480725" cy="853600"/>
          </a:xfrm>
          <a:prstGeom prst="rect">
            <a:avLst/>
          </a:prstGeom>
          <a:noFill/>
          <a:ln>
            <a:noFill/>
          </a:ln>
        </p:spPr>
      </p:pic>
      <p:sp>
        <p:nvSpPr>
          <p:cNvPr id="531" name="Google Shape;531;p54"/>
          <p:cNvSpPr txBox="1"/>
          <p:nvPr/>
        </p:nvSpPr>
        <p:spPr>
          <a:xfrm>
            <a:off x="5284175" y="2804325"/>
            <a:ext cx="2160000" cy="10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chemeClr val="dk1"/>
                </a:solidFill>
                <a:latin typeface="Karla"/>
                <a:ea typeface="Karla"/>
                <a:cs typeface="Karla"/>
                <a:sym typeface="Karla"/>
              </a:rPr>
              <a:t>0101001001011</a:t>
            </a:r>
            <a:endParaRPr sz="2100">
              <a:solidFill>
                <a:schemeClr val="dk1"/>
              </a:solidFill>
              <a:latin typeface="Karla"/>
              <a:ea typeface="Karla"/>
              <a:cs typeface="Karla"/>
              <a:sym typeface="Karla"/>
            </a:endParaRPr>
          </a:p>
          <a:p>
            <a:pPr indent="0" lvl="0" marL="0" rtl="0" algn="l">
              <a:spcBef>
                <a:spcPts val="0"/>
              </a:spcBef>
              <a:spcAft>
                <a:spcPts val="0"/>
              </a:spcAft>
              <a:buNone/>
            </a:pPr>
            <a:r>
              <a:rPr lang="en-GB" sz="2100">
                <a:solidFill>
                  <a:schemeClr val="dk1"/>
                </a:solidFill>
                <a:latin typeface="Karla"/>
                <a:ea typeface="Karla"/>
                <a:cs typeface="Karla"/>
                <a:sym typeface="Karla"/>
              </a:rPr>
              <a:t>10110100111010</a:t>
            </a:r>
            <a:endParaRPr sz="2100">
              <a:solidFill>
                <a:schemeClr val="dk1"/>
              </a:solidFill>
              <a:latin typeface="Karla"/>
              <a:ea typeface="Karla"/>
              <a:cs typeface="Karla"/>
              <a:sym typeface="Karla"/>
            </a:endParaRPr>
          </a:p>
          <a:p>
            <a:pPr indent="0" lvl="0" marL="0" rtl="0" algn="l">
              <a:spcBef>
                <a:spcPts val="0"/>
              </a:spcBef>
              <a:spcAft>
                <a:spcPts val="0"/>
              </a:spcAft>
              <a:buNone/>
            </a:pPr>
            <a:r>
              <a:rPr lang="en-GB" sz="2100">
                <a:solidFill>
                  <a:schemeClr val="dk1"/>
                </a:solidFill>
                <a:latin typeface="Karla"/>
                <a:ea typeface="Karla"/>
                <a:cs typeface="Karla"/>
                <a:sym typeface="Karla"/>
              </a:rPr>
              <a:t>0011010101010</a:t>
            </a:r>
            <a:endParaRPr sz="2100">
              <a:solidFill>
                <a:schemeClr val="dk1"/>
              </a:solidFill>
              <a:latin typeface="Karla"/>
              <a:ea typeface="Karla"/>
              <a:cs typeface="Karla"/>
              <a:sym typeface="Karl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55"/>
          <p:cNvSpPr txBox="1"/>
          <p:nvPr>
            <p:ph type="title"/>
          </p:nvPr>
        </p:nvSpPr>
        <p:spPr>
          <a:xfrm>
            <a:off x="522175" y="17927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how does  </a:t>
            </a:r>
            <a:r>
              <a:rPr lang="en-GB"/>
              <a:t>the c</a:t>
            </a:r>
            <a:r>
              <a:rPr lang="en-GB"/>
              <a:t>omp</a:t>
            </a:r>
            <a:r>
              <a:rPr lang="en-GB"/>
              <a:t>uter microphones convert </a:t>
            </a:r>
            <a:r>
              <a:rPr lang="en-GB"/>
              <a:t>sound</a:t>
            </a:r>
            <a:r>
              <a:rPr lang="en-GB"/>
              <a:t> into binary data? </a:t>
            </a:r>
            <a:endParaRPr/>
          </a:p>
        </p:txBody>
      </p:sp>
      <p:pic>
        <p:nvPicPr>
          <p:cNvPr id="537" name="Google Shape;537;p55"/>
          <p:cNvPicPr preferRelativeResize="0"/>
          <p:nvPr/>
        </p:nvPicPr>
        <p:blipFill rotWithShape="1">
          <a:blip r:embed="rId3">
            <a:alphaModFix/>
          </a:blip>
          <a:srcRect b="2164" l="2454" r="2072" t="1654"/>
          <a:stretch/>
        </p:blipFill>
        <p:spPr>
          <a:xfrm>
            <a:off x="461650" y="2587400"/>
            <a:ext cx="3396600" cy="2441500"/>
          </a:xfrm>
          <a:prstGeom prst="rect">
            <a:avLst/>
          </a:prstGeom>
          <a:noFill/>
          <a:ln>
            <a:noFill/>
          </a:ln>
        </p:spPr>
      </p:pic>
      <p:sp>
        <p:nvSpPr>
          <p:cNvPr id="538" name="Google Shape;538;p55"/>
          <p:cNvSpPr txBox="1"/>
          <p:nvPr/>
        </p:nvSpPr>
        <p:spPr>
          <a:xfrm>
            <a:off x="4794800" y="1944600"/>
            <a:ext cx="3396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Karla"/>
              <a:ea typeface="Karla"/>
              <a:cs typeface="Karla"/>
              <a:sym typeface="Karla"/>
            </a:endParaRPr>
          </a:p>
        </p:txBody>
      </p:sp>
      <p:sp>
        <p:nvSpPr>
          <p:cNvPr id="539" name="Google Shape;539;p55"/>
          <p:cNvSpPr txBox="1"/>
          <p:nvPr/>
        </p:nvSpPr>
        <p:spPr>
          <a:xfrm>
            <a:off x="565950" y="1161030"/>
            <a:ext cx="80121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DM Serif Display"/>
                <a:ea typeface="DM Serif Display"/>
                <a:cs typeface="DM Serif Display"/>
                <a:sym typeface="DM Serif Display"/>
              </a:rPr>
              <a:t>The sound has up and downs which </a:t>
            </a:r>
            <a:r>
              <a:rPr lang="en-GB" sz="2000">
                <a:solidFill>
                  <a:schemeClr val="dk1"/>
                </a:solidFill>
                <a:latin typeface="DM Serif Display"/>
                <a:ea typeface="DM Serif Display"/>
                <a:cs typeface="DM Serif Display"/>
                <a:sym typeface="DM Serif Display"/>
              </a:rPr>
              <a:t>splits</a:t>
            </a:r>
            <a:r>
              <a:rPr lang="en-GB" sz="2000">
                <a:solidFill>
                  <a:schemeClr val="dk1"/>
                </a:solidFill>
                <a:latin typeface="DM Serif Display"/>
                <a:ea typeface="DM Serif Display"/>
                <a:cs typeface="DM Serif Display"/>
                <a:sym typeface="DM Serif Display"/>
              </a:rPr>
              <a:t> into a graph which converted into samples each sample has a decimal number which converted to binary by digital converter  … these ups and downs called ‘‘digital waves’’ </a:t>
            </a:r>
            <a:endParaRPr sz="2000">
              <a:solidFill>
                <a:schemeClr val="dk1"/>
              </a:solidFill>
              <a:latin typeface="DM Serif Display"/>
              <a:ea typeface="DM Serif Display"/>
              <a:cs typeface="DM Serif Display"/>
              <a:sym typeface="DM Serif Display"/>
            </a:endParaRPr>
          </a:p>
        </p:txBody>
      </p:sp>
      <p:pic>
        <p:nvPicPr>
          <p:cNvPr id="540" name="Google Shape;540;p55"/>
          <p:cNvPicPr preferRelativeResize="0"/>
          <p:nvPr/>
        </p:nvPicPr>
        <p:blipFill rotWithShape="1">
          <a:blip r:embed="rId4">
            <a:alphaModFix/>
          </a:blip>
          <a:srcRect b="14330" l="28355" r="31213" t="13878"/>
          <a:stretch/>
        </p:blipFill>
        <p:spPr>
          <a:xfrm rot="5400000">
            <a:off x="4177650" y="2982813"/>
            <a:ext cx="406550" cy="721875"/>
          </a:xfrm>
          <a:prstGeom prst="rect">
            <a:avLst/>
          </a:prstGeom>
          <a:noFill/>
          <a:ln>
            <a:noFill/>
          </a:ln>
        </p:spPr>
      </p:pic>
      <p:pic>
        <p:nvPicPr>
          <p:cNvPr id="541" name="Google Shape;541;p55"/>
          <p:cNvPicPr preferRelativeResize="0"/>
          <p:nvPr/>
        </p:nvPicPr>
        <p:blipFill rotWithShape="1">
          <a:blip r:embed="rId5">
            <a:alphaModFix/>
          </a:blip>
          <a:srcRect b="0" l="0" r="0" t="0"/>
          <a:stretch/>
        </p:blipFill>
        <p:spPr>
          <a:xfrm>
            <a:off x="4741850" y="2614875"/>
            <a:ext cx="3603150" cy="2441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6"/>
          <p:cNvSpPr txBox="1"/>
          <p:nvPr>
            <p:ph type="title"/>
          </p:nvPr>
        </p:nvSpPr>
        <p:spPr>
          <a:xfrm>
            <a:off x="89650" y="471750"/>
            <a:ext cx="7880400" cy="21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200"/>
              <a:t>Digital waves can represented  in digital data very </a:t>
            </a:r>
            <a:endParaRPr sz="2200"/>
          </a:p>
          <a:p>
            <a:pPr indent="0" lvl="0" marL="0" rtl="0" algn="l">
              <a:spcBef>
                <a:spcPts val="0"/>
              </a:spcBef>
              <a:spcAft>
                <a:spcPts val="0"/>
              </a:spcAft>
              <a:buNone/>
            </a:pPr>
            <a:r>
              <a:rPr lang="en-GB" sz="2200"/>
              <a:t>accurately</a:t>
            </a:r>
            <a:r>
              <a:rPr lang="en-GB" sz="2200"/>
              <a:t> if digital </a:t>
            </a:r>
            <a:r>
              <a:rPr lang="en-GB" sz="2200"/>
              <a:t>converter</a:t>
            </a:r>
            <a:r>
              <a:rPr lang="en-GB" sz="2200"/>
              <a:t>  takes millions of</a:t>
            </a:r>
            <a:endParaRPr sz="2200"/>
          </a:p>
          <a:p>
            <a:pPr indent="0" lvl="0" marL="0" rtl="0" algn="l">
              <a:spcBef>
                <a:spcPts val="0"/>
              </a:spcBef>
              <a:spcAft>
                <a:spcPts val="0"/>
              </a:spcAft>
              <a:buNone/>
            </a:pPr>
            <a:r>
              <a:rPr lang="en-GB" sz="2200"/>
              <a:t> samples and the sound will be high </a:t>
            </a:r>
            <a:r>
              <a:rPr lang="en-GB" sz="2200"/>
              <a:t>quality.</a:t>
            </a:r>
            <a:endParaRPr sz="2200"/>
          </a:p>
        </p:txBody>
      </p:sp>
      <p:sp>
        <p:nvSpPr>
          <p:cNvPr id="547" name="Google Shape;547;p56"/>
          <p:cNvSpPr txBox="1"/>
          <p:nvPr/>
        </p:nvSpPr>
        <p:spPr>
          <a:xfrm>
            <a:off x="89650" y="2201975"/>
            <a:ext cx="64545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DM Serif Display"/>
                <a:ea typeface="DM Serif Display"/>
                <a:cs typeface="DM Serif Display"/>
                <a:sym typeface="DM Serif Display"/>
              </a:rPr>
              <a:t>If the digital </a:t>
            </a:r>
            <a:r>
              <a:rPr lang="en-GB" sz="2200">
                <a:solidFill>
                  <a:schemeClr val="dk1"/>
                </a:solidFill>
                <a:latin typeface="DM Serif Display"/>
                <a:ea typeface="DM Serif Display"/>
                <a:cs typeface="DM Serif Display"/>
                <a:sym typeface="DM Serif Display"/>
              </a:rPr>
              <a:t>converter take </a:t>
            </a:r>
            <a:r>
              <a:rPr lang="en-GB" sz="2200">
                <a:solidFill>
                  <a:schemeClr val="dk1"/>
                </a:solidFill>
                <a:latin typeface="DM Serif Display"/>
                <a:ea typeface="DM Serif Display"/>
                <a:cs typeface="DM Serif Display"/>
                <a:sym typeface="DM Serif Display"/>
              </a:rPr>
              <a:t> a few samples the </a:t>
            </a:r>
            <a:r>
              <a:rPr lang="en-GB" sz="2200">
                <a:solidFill>
                  <a:schemeClr val="dk1"/>
                </a:solidFill>
                <a:latin typeface="DM Serif Display"/>
                <a:ea typeface="DM Serif Display"/>
                <a:cs typeface="DM Serif Display"/>
                <a:sym typeface="DM Serif Display"/>
              </a:rPr>
              <a:t>audio</a:t>
            </a:r>
            <a:r>
              <a:rPr lang="en-GB" sz="2200">
                <a:solidFill>
                  <a:schemeClr val="dk1"/>
                </a:solidFill>
                <a:latin typeface="DM Serif Display"/>
                <a:ea typeface="DM Serif Display"/>
                <a:cs typeface="DM Serif Display"/>
                <a:sym typeface="DM Serif Display"/>
              </a:rPr>
              <a:t> will sound bad and poorly </a:t>
            </a:r>
            <a:r>
              <a:rPr lang="en-GB" sz="2200">
                <a:solidFill>
                  <a:schemeClr val="dk1"/>
                </a:solidFill>
                <a:latin typeface="DM Serif Display"/>
                <a:ea typeface="DM Serif Display"/>
                <a:cs typeface="DM Serif Display"/>
                <a:sym typeface="DM Serif Display"/>
              </a:rPr>
              <a:t>because</a:t>
            </a:r>
            <a:r>
              <a:rPr lang="en-GB" sz="2200">
                <a:solidFill>
                  <a:schemeClr val="dk1"/>
                </a:solidFill>
                <a:latin typeface="DM Serif Display"/>
                <a:ea typeface="DM Serif Display"/>
                <a:cs typeface="DM Serif Display"/>
                <a:sym typeface="DM Serif Display"/>
              </a:rPr>
              <a:t> losing </a:t>
            </a:r>
            <a:endParaRPr sz="22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2200">
                <a:solidFill>
                  <a:schemeClr val="dk1"/>
                </a:solidFill>
                <a:latin typeface="DM Serif Display"/>
                <a:ea typeface="DM Serif Display"/>
                <a:cs typeface="DM Serif Display"/>
                <a:sym typeface="DM Serif Display"/>
              </a:rPr>
              <a:t>of some data of the physical  sound  </a:t>
            </a:r>
            <a:r>
              <a:rPr lang="en-GB" sz="2200">
                <a:solidFill>
                  <a:schemeClr val="dk1"/>
                </a:solidFill>
                <a:latin typeface="DM Serif Display"/>
                <a:ea typeface="DM Serif Display"/>
                <a:cs typeface="DM Serif Display"/>
                <a:sym typeface="DM Serif Display"/>
              </a:rPr>
              <a:t>waves.</a:t>
            </a:r>
            <a:endParaRPr sz="2200">
              <a:solidFill>
                <a:schemeClr val="dk1"/>
              </a:solidFill>
              <a:latin typeface="DM Serif Display"/>
              <a:ea typeface="DM Serif Display"/>
              <a:cs typeface="DM Serif Display"/>
              <a:sym typeface="DM Serif Display"/>
            </a:endParaRPr>
          </a:p>
        </p:txBody>
      </p:sp>
      <p:pic>
        <p:nvPicPr>
          <p:cNvPr id="548" name="Google Shape;548;p56"/>
          <p:cNvPicPr preferRelativeResize="0"/>
          <p:nvPr/>
        </p:nvPicPr>
        <p:blipFill rotWithShape="1">
          <a:blip r:embed="rId3">
            <a:alphaModFix/>
          </a:blip>
          <a:srcRect b="7561" l="17728" r="8126" t="0"/>
          <a:stretch/>
        </p:blipFill>
        <p:spPr>
          <a:xfrm>
            <a:off x="6409300" y="471750"/>
            <a:ext cx="2035974" cy="1719925"/>
          </a:xfrm>
          <a:prstGeom prst="rect">
            <a:avLst/>
          </a:prstGeom>
          <a:noFill/>
          <a:ln>
            <a:noFill/>
          </a:ln>
        </p:spPr>
      </p:pic>
      <p:pic>
        <p:nvPicPr>
          <p:cNvPr id="549" name="Google Shape;549;p56"/>
          <p:cNvPicPr preferRelativeResize="0"/>
          <p:nvPr/>
        </p:nvPicPr>
        <p:blipFill rotWithShape="1">
          <a:blip r:embed="rId3">
            <a:alphaModFix/>
          </a:blip>
          <a:srcRect b="7561" l="15852" r="10002" t="0"/>
          <a:stretch/>
        </p:blipFill>
        <p:spPr>
          <a:xfrm>
            <a:off x="6342325" y="2459175"/>
            <a:ext cx="2035974" cy="1719925"/>
          </a:xfrm>
          <a:prstGeom prst="rect">
            <a:avLst/>
          </a:prstGeom>
          <a:noFill/>
          <a:ln>
            <a:noFill/>
          </a:ln>
        </p:spPr>
      </p:pic>
      <p:sp>
        <p:nvSpPr>
          <p:cNvPr id="550" name="Google Shape;550;p56"/>
          <p:cNvSpPr/>
          <p:nvPr/>
        </p:nvSpPr>
        <p:spPr>
          <a:xfrm>
            <a:off x="6977575" y="3645700"/>
            <a:ext cx="121800" cy="435600"/>
          </a:xfrm>
          <a:prstGeom prst="rect">
            <a:avLst/>
          </a:prstGeom>
          <a:solidFill>
            <a:schemeClr val="lt2"/>
          </a:solidFill>
          <a:ln cap="flat" cmpd="sng" w="9525">
            <a:solidFill>
              <a:schemeClr val="lt1"/>
            </a:solidFill>
            <a:prstDash val="solid"/>
            <a:round/>
            <a:headEnd len="sm" w="sm" type="none"/>
            <a:tailEnd len="sm" w="sm" type="none"/>
          </a:ln>
          <a:effectLst>
            <a:outerShdw blurRad="57150" rotWithShape="0" algn="bl" dir="5400000" dist="19050">
              <a:srgbClr val="000000">
                <a:alpha val="0"/>
              </a:srgbClr>
            </a:outerShdw>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51" name="Google Shape;551;p56"/>
          <p:cNvSpPr/>
          <p:nvPr/>
        </p:nvSpPr>
        <p:spPr>
          <a:xfrm>
            <a:off x="7705900" y="2966975"/>
            <a:ext cx="121800" cy="4356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52" name="Google Shape;552;p56"/>
          <p:cNvSpPr/>
          <p:nvPr/>
        </p:nvSpPr>
        <p:spPr>
          <a:xfrm>
            <a:off x="8323475" y="3645700"/>
            <a:ext cx="121800" cy="4356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53" name="Google Shape;553;p56"/>
          <p:cNvSpPr/>
          <p:nvPr/>
        </p:nvSpPr>
        <p:spPr>
          <a:xfrm>
            <a:off x="8010700" y="3271775"/>
            <a:ext cx="121800" cy="4356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54" name="Google Shape;554;p56"/>
          <p:cNvSpPr/>
          <p:nvPr/>
        </p:nvSpPr>
        <p:spPr>
          <a:xfrm>
            <a:off x="8315500" y="2966975"/>
            <a:ext cx="121800" cy="4356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cxnSp>
        <p:nvCxnSpPr>
          <p:cNvPr id="555" name="Google Shape;555;p56"/>
          <p:cNvCxnSpPr>
            <a:stCxn id="550" idx="2"/>
          </p:cNvCxnSpPr>
          <p:nvPr/>
        </p:nvCxnSpPr>
        <p:spPr>
          <a:xfrm>
            <a:off x="7038475" y="4081300"/>
            <a:ext cx="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7"/>
          <p:cNvSpPr txBox="1"/>
          <p:nvPr>
            <p:ph type="title"/>
          </p:nvPr>
        </p:nvSpPr>
        <p:spPr>
          <a:xfrm>
            <a:off x="713225" y="539500"/>
            <a:ext cx="7717500" cy="97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When information from the world is captured and made digital, like sound waves, capturing as much information as possible results in the best quality information and the best sound.</a:t>
            </a:r>
            <a:endParaRPr/>
          </a:p>
        </p:txBody>
      </p:sp>
      <p:pic>
        <p:nvPicPr>
          <p:cNvPr id="561" name="Google Shape;561;p57"/>
          <p:cNvPicPr preferRelativeResize="0"/>
          <p:nvPr/>
        </p:nvPicPr>
        <p:blipFill rotWithShape="1">
          <a:blip r:embed="rId3">
            <a:alphaModFix/>
          </a:blip>
          <a:srcRect b="0" l="0" r="0" t="0"/>
          <a:stretch/>
        </p:blipFill>
        <p:spPr>
          <a:xfrm>
            <a:off x="1198650" y="2397623"/>
            <a:ext cx="1138525" cy="1138525"/>
          </a:xfrm>
          <a:prstGeom prst="rect">
            <a:avLst/>
          </a:prstGeom>
          <a:noFill/>
          <a:ln>
            <a:noFill/>
          </a:ln>
        </p:spPr>
      </p:pic>
      <p:pic>
        <p:nvPicPr>
          <p:cNvPr id="562" name="Google Shape;562;p57"/>
          <p:cNvPicPr preferRelativeResize="0"/>
          <p:nvPr/>
        </p:nvPicPr>
        <p:blipFill rotWithShape="1">
          <a:blip r:embed="rId4">
            <a:alphaModFix/>
          </a:blip>
          <a:srcRect b="0" l="9429" r="-9" t="3054"/>
          <a:stretch/>
        </p:blipFill>
        <p:spPr>
          <a:xfrm>
            <a:off x="2270200" y="3045350"/>
            <a:ext cx="1614200" cy="1727725"/>
          </a:xfrm>
          <a:prstGeom prst="rect">
            <a:avLst/>
          </a:prstGeom>
          <a:noFill/>
          <a:ln>
            <a:noFill/>
          </a:ln>
        </p:spPr>
      </p:pic>
      <p:pic>
        <p:nvPicPr>
          <p:cNvPr id="563" name="Google Shape;563;p57"/>
          <p:cNvPicPr preferRelativeResize="0"/>
          <p:nvPr/>
        </p:nvPicPr>
        <p:blipFill>
          <a:blip r:embed="rId5">
            <a:alphaModFix/>
          </a:blip>
          <a:stretch>
            <a:fillRect/>
          </a:stretch>
        </p:blipFill>
        <p:spPr>
          <a:xfrm rot="992930">
            <a:off x="588950" y="3589597"/>
            <a:ext cx="1021524" cy="1021479"/>
          </a:xfrm>
          <a:prstGeom prst="rect">
            <a:avLst/>
          </a:prstGeom>
          <a:noFill/>
          <a:ln cap="flat" cmpd="sng" w="9525">
            <a:solidFill>
              <a:schemeClr val="lt1"/>
            </a:solidFill>
            <a:prstDash val="solid"/>
            <a:round/>
            <a:headEnd len="sm" w="sm" type="none"/>
            <a:tailEnd len="sm" w="sm" type="none"/>
          </a:ln>
        </p:spPr>
      </p:pic>
      <p:pic>
        <p:nvPicPr>
          <p:cNvPr id="564" name="Google Shape;564;p57"/>
          <p:cNvPicPr preferRelativeResize="0"/>
          <p:nvPr/>
        </p:nvPicPr>
        <p:blipFill rotWithShape="1">
          <a:blip r:embed="rId6">
            <a:alphaModFix/>
          </a:blip>
          <a:srcRect b="30699" l="27005" r="28025" t="30822"/>
          <a:stretch/>
        </p:blipFill>
        <p:spPr>
          <a:xfrm>
            <a:off x="4419800" y="3285350"/>
            <a:ext cx="1138525" cy="974100"/>
          </a:xfrm>
          <a:prstGeom prst="rect">
            <a:avLst/>
          </a:prstGeom>
          <a:noFill/>
          <a:ln>
            <a:noFill/>
          </a:ln>
        </p:spPr>
      </p:pic>
      <p:pic>
        <p:nvPicPr>
          <p:cNvPr id="565" name="Google Shape;565;p57"/>
          <p:cNvPicPr preferRelativeResize="0"/>
          <p:nvPr/>
        </p:nvPicPr>
        <p:blipFill rotWithShape="1">
          <a:blip r:embed="rId7">
            <a:alphaModFix/>
          </a:blip>
          <a:srcRect b="23450" l="30294" r="30991" t="24932"/>
          <a:stretch/>
        </p:blipFill>
        <p:spPr>
          <a:xfrm>
            <a:off x="6445075" y="3045350"/>
            <a:ext cx="1270175" cy="1270125"/>
          </a:xfrm>
          <a:prstGeom prst="rect">
            <a:avLst/>
          </a:prstGeom>
          <a:noFill/>
          <a:ln>
            <a:noFill/>
          </a:ln>
        </p:spPr>
      </p:pic>
      <p:pic>
        <p:nvPicPr>
          <p:cNvPr id="566" name="Google Shape;566;p57"/>
          <p:cNvPicPr preferRelativeResize="0"/>
          <p:nvPr/>
        </p:nvPicPr>
        <p:blipFill rotWithShape="1">
          <a:blip r:embed="rId8">
            <a:alphaModFix/>
          </a:blip>
          <a:srcRect b="8606" l="15303" r="10160" t="8647"/>
          <a:stretch/>
        </p:blipFill>
        <p:spPr>
          <a:xfrm>
            <a:off x="1518600" y="4564150"/>
            <a:ext cx="695510" cy="431875"/>
          </a:xfrm>
          <a:prstGeom prst="rect">
            <a:avLst/>
          </a:prstGeom>
          <a:noFill/>
          <a:ln>
            <a:noFill/>
          </a:ln>
        </p:spPr>
      </p:pic>
      <p:pic>
        <p:nvPicPr>
          <p:cNvPr id="567" name="Google Shape;567;p57"/>
          <p:cNvPicPr preferRelativeResize="0"/>
          <p:nvPr/>
        </p:nvPicPr>
        <p:blipFill rotWithShape="1">
          <a:blip r:embed="rId9">
            <a:alphaModFix/>
          </a:blip>
          <a:srcRect b="14330" l="28355" r="31213" t="13878"/>
          <a:stretch/>
        </p:blipFill>
        <p:spPr>
          <a:xfrm rot="5400000">
            <a:off x="5716000" y="3411463"/>
            <a:ext cx="406550" cy="721875"/>
          </a:xfrm>
          <a:prstGeom prst="rect">
            <a:avLst/>
          </a:prstGeom>
          <a:noFill/>
          <a:ln>
            <a:noFill/>
          </a:ln>
        </p:spPr>
      </p:pic>
      <p:pic>
        <p:nvPicPr>
          <p:cNvPr id="568" name="Google Shape;568;p57"/>
          <p:cNvPicPr preferRelativeResize="0"/>
          <p:nvPr/>
        </p:nvPicPr>
        <p:blipFill rotWithShape="1">
          <a:blip r:embed="rId9">
            <a:alphaModFix/>
          </a:blip>
          <a:srcRect b="14330" l="28355" r="31213" t="13878"/>
          <a:stretch/>
        </p:blipFill>
        <p:spPr>
          <a:xfrm rot="5400000">
            <a:off x="3779500" y="3411450"/>
            <a:ext cx="406550" cy="721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8"/>
          <p:cNvSpPr txBox="1"/>
          <p:nvPr>
            <p:ph type="title"/>
          </p:nvPr>
        </p:nvSpPr>
        <p:spPr>
          <a:xfrm>
            <a:off x="713225" y="539500"/>
            <a:ext cx="7717500" cy="132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Very high-quality digital audio and video data is has too much of samples and simply too much information to store or stream and vise versa. </a:t>
            </a:r>
            <a:endParaRPr/>
          </a:p>
        </p:txBody>
      </p:sp>
      <p:pic>
        <p:nvPicPr>
          <p:cNvPr id="574" name="Google Shape;574;p58"/>
          <p:cNvPicPr preferRelativeResize="0"/>
          <p:nvPr/>
        </p:nvPicPr>
        <p:blipFill>
          <a:blip r:embed="rId3">
            <a:alphaModFix/>
          </a:blip>
          <a:stretch>
            <a:fillRect/>
          </a:stretch>
        </p:blipFill>
        <p:spPr>
          <a:xfrm>
            <a:off x="4028900" y="2792350"/>
            <a:ext cx="684438" cy="910624"/>
          </a:xfrm>
          <a:prstGeom prst="rect">
            <a:avLst/>
          </a:prstGeom>
          <a:noFill/>
          <a:ln>
            <a:noFill/>
          </a:ln>
        </p:spPr>
      </p:pic>
      <p:sp>
        <p:nvSpPr>
          <p:cNvPr id="575" name="Google Shape;575;p58"/>
          <p:cNvSpPr txBox="1"/>
          <p:nvPr/>
        </p:nvSpPr>
        <p:spPr>
          <a:xfrm>
            <a:off x="1671925" y="3819900"/>
            <a:ext cx="1558800" cy="10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10 </a:t>
            </a:r>
            <a:r>
              <a:rPr lang="en-GB" sz="1600">
                <a:solidFill>
                  <a:schemeClr val="dk1"/>
                </a:solidFill>
                <a:latin typeface="DM Serif Display"/>
                <a:ea typeface="DM Serif Display"/>
                <a:cs typeface="DM Serif Display"/>
                <a:sym typeface="DM Serif Display"/>
              </a:rPr>
              <a:t>MB </a:t>
            </a:r>
            <a:endParaRPr sz="16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more quality </a:t>
            </a:r>
            <a:endParaRPr sz="16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More samples</a:t>
            </a:r>
            <a:endParaRPr sz="16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More space </a:t>
            </a:r>
            <a:endParaRPr sz="1600">
              <a:solidFill>
                <a:schemeClr val="dk1"/>
              </a:solidFill>
              <a:latin typeface="DM Serif Display"/>
              <a:ea typeface="DM Serif Display"/>
              <a:cs typeface="DM Serif Display"/>
              <a:sym typeface="DM Serif Display"/>
            </a:endParaRPr>
          </a:p>
        </p:txBody>
      </p:sp>
      <p:sp>
        <p:nvSpPr>
          <p:cNvPr id="576" name="Google Shape;576;p58"/>
          <p:cNvSpPr txBox="1"/>
          <p:nvPr/>
        </p:nvSpPr>
        <p:spPr>
          <a:xfrm>
            <a:off x="5375700" y="3802500"/>
            <a:ext cx="1497900" cy="11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5 MB </a:t>
            </a:r>
            <a:endParaRPr sz="16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Less quality </a:t>
            </a:r>
            <a:endParaRPr sz="16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Less samples</a:t>
            </a:r>
            <a:endParaRPr sz="16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600">
                <a:solidFill>
                  <a:schemeClr val="dk1"/>
                </a:solidFill>
                <a:latin typeface="DM Serif Display"/>
                <a:ea typeface="DM Serif Display"/>
                <a:cs typeface="DM Serif Display"/>
                <a:sym typeface="DM Serif Display"/>
              </a:rPr>
              <a:t>Less space </a:t>
            </a:r>
            <a:endParaRPr sz="1600">
              <a:solidFill>
                <a:schemeClr val="dk1"/>
              </a:solidFill>
              <a:latin typeface="DM Serif Display"/>
              <a:ea typeface="DM Serif Display"/>
              <a:cs typeface="DM Serif Display"/>
              <a:sym typeface="DM Serif Display"/>
            </a:endParaRPr>
          </a:p>
        </p:txBody>
      </p:sp>
      <p:pic>
        <p:nvPicPr>
          <p:cNvPr id="577" name="Google Shape;577;p58"/>
          <p:cNvPicPr preferRelativeResize="0"/>
          <p:nvPr/>
        </p:nvPicPr>
        <p:blipFill>
          <a:blip r:embed="rId4">
            <a:alphaModFix/>
          </a:blip>
          <a:stretch>
            <a:fillRect/>
          </a:stretch>
        </p:blipFill>
        <p:spPr>
          <a:xfrm>
            <a:off x="1400300" y="2167172"/>
            <a:ext cx="1440075" cy="1635325"/>
          </a:xfrm>
          <a:prstGeom prst="rect">
            <a:avLst/>
          </a:prstGeom>
          <a:noFill/>
          <a:ln>
            <a:noFill/>
          </a:ln>
        </p:spPr>
      </p:pic>
      <p:pic>
        <p:nvPicPr>
          <p:cNvPr id="578" name="Google Shape;578;p58"/>
          <p:cNvPicPr preferRelativeResize="0"/>
          <p:nvPr/>
        </p:nvPicPr>
        <p:blipFill>
          <a:blip r:embed="rId4">
            <a:alphaModFix/>
          </a:blip>
          <a:stretch>
            <a:fillRect/>
          </a:stretch>
        </p:blipFill>
        <p:spPr>
          <a:xfrm>
            <a:off x="5203688" y="2167172"/>
            <a:ext cx="1440075" cy="1635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9"/>
          <p:cNvSpPr txBox="1"/>
          <p:nvPr>
            <p:ph type="title"/>
          </p:nvPr>
        </p:nvSpPr>
        <p:spPr>
          <a:xfrm>
            <a:off x="483700" y="248350"/>
            <a:ext cx="7717500" cy="13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 we have to compress data according to the purpose or what we will use for and how it is into file formats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 </a:t>
            </a:r>
            <a:endParaRPr/>
          </a:p>
          <a:p>
            <a:pPr indent="0" lvl="0" marL="0" rtl="0" algn="ctr">
              <a:spcBef>
                <a:spcPts val="0"/>
              </a:spcBef>
              <a:spcAft>
                <a:spcPts val="0"/>
              </a:spcAft>
              <a:buNone/>
            </a:pPr>
            <a:r>
              <a:t/>
            </a:r>
            <a:endParaRPr/>
          </a:p>
        </p:txBody>
      </p:sp>
      <p:sp>
        <p:nvSpPr>
          <p:cNvPr id="584" name="Google Shape;584;p59"/>
          <p:cNvSpPr txBox="1"/>
          <p:nvPr/>
        </p:nvSpPr>
        <p:spPr>
          <a:xfrm>
            <a:off x="355975" y="2152400"/>
            <a:ext cx="3420300" cy="15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1"/>
                </a:solidFill>
                <a:latin typeface="Karla"/>
                <a:ea typeface="Karla"/>
                <a:cs typeface="Karla"/>
                <a:sym typeface="Karla"/>
              </a:rPr>
              <a:t> </a:t>
            </a:r>
            <a:r>
              <a:rPr b="1" lang="en-GB" sz="1900">
                <a:solidFill>
                  <a:schemeClr val="dk1"/>
                </a:solidFill>
                <a:latin typeface="DM Serif Display"/>
                <a:ea typeface="DM Serif Display"/>
                <a:cs typeface="DM Serif Display"/>
                <a:sym typeface="DM Serif Display"/>
              </a:rPr>
              <a:t>Lossy compression:</a:t>
            </a:r>
            <a:r>
              <a:rPr lang="en-GB" sz="1900">
                <a:solidFill>
                  <a:schemeClr val="dk1"/>
                </a:solidFill>
                <a:latin typeface="DM Serif Display"/>
                <a:ea typeface="DM Serif Display"/>
                <a:cs typeface="DM Serif Display"/>
                <a:sym typeface="DM Serif Display"/>
              </a:rPr>
              <a:t> </a:t>
            </a:r>
            <a:endParaRPr sz="19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900">
                <a:solidFill>
                  <a:schemeClr val="dk1"/>
                </a:solidFill>
                <a:latin typeface="DM Serif Display"/>
                <a:ea typeface="DM Serif Display"/>
                <a:cs typeface="DM Serif Display"/>
                <a:sym typeface="DM Serif Display"/>
              </a:rPr>
              <a:t>It is compression data by losing some information that cannot restored ‘‘ reduce space ’’ </a:t>
            </a:r>
            <a:endParaRPr sz="1900">
              <a:solidFill>
                <a:schemeClr val="dk1"/>
              </a:solidFill>
              <a:latin typeface="DM Serif Display"/>
              <a:ea typeface="DM Serif Display"/>
              <a:cs typeface="DM Serif Display"/>
              <a:sym typeface="DM Serif Display"/>
            </a:endParaRPr>
          </a:p>
        </p:txBody>
      </p:sp>
      <p:sp>
        <p:nvSpPr>
          <p:cNvPr id="585" name="Google Shape;585;p59"/>
          <p:cNvSpPr txBox="1"/>
          <p:nvPr/>
        </p:nvSpPr>
        <p:spPr>
          <a:xfrm>
            <a:off x="5367725" y="2046400"/>
            <a:ext cx="3261300" cy="16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900">
                <a:solidFill>
                  <a:schemeClr val="dk1"/>
                </a:solidFill>
                <a:latin typeface="DM Serif Display"/>
                <a:ea typeface="DM Serif Display"/>
                <a:cs typeface="DM Serif Display"/>
                <a:sym typeface="DM Serif Display"/>
              </a:rPr>
              <a:t>Lossless </a:t>
            </a:r>
            <a:r>
              <a:rPr b="1" lang="en-GB" sz="1900">
                <a:solidFill>
                  <a:schemeClr val="dk1"/>
                </a:solidFill>
                <a:latin typeface="DM Serif Display"/>
                <a:ea typeface="DM Serif Display"/>
                <a:cs typeface="DM Serif Display"/>
                <a:sym typeface="DM Serif Display"/>
              </a:rPr>
              <a:t>compression:</a:t>
            </a:r>
            <a:endParaRPr b="1" sz="19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900">
                <a:solidFill>
                  <a:schemeClr val="dk1"/>
                </a:solidFill>
                <a:latin typeface="DM Serif Display"/>
                <a:ea typeface="DM Serif Display"/>
                <a:cs typeface="DM Serif Display"/>
                <a:sym typeface="DM Serif Display"/>
              </a:rPr>
              <a:t>It is compression the data without losing informations ‘‘  do not reduce space ’’ </a:t>
            </a:r>
            <a:endParaRPr sz="19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rPr lang="en-GB" sz="1600">
                <a:solidFill>
                  <a:schemeClr val="dk1"/>
                </a:solidFill>
                <a:latin typeface="Karla"/>
                <a:ea typeface="Karla"/>
                <a:cs typeface="Karla"/>
                <a:sym typeface="Karla"/>
              </a:rPr>
              <a:t> </a:t>
            </a:r>
            <a:endParaRPr sz="1600">
              <a:solidFill>
                <a:schemeClr val="dk1"/>
              </a:solidFill>
              <a:latin typeface="Karla"/>
              <a:ea typeface="Karla"/>
              <a:cs typeface="Karla"/>
              <a:sym typeface="Karla"/>
            </a:endParaRPr>
          </a:p>
        </p:txBody>
      </p:sp>
      <p:sp>
        <p:nvSpPr>
          <p:cNvPr id="586" name="Google Shape;586;p59"/>
          <p:cNvSpPr txBox="1"/>
          <p:nvPr/>
        </p:nvSpPr>
        <p:spPr>
          <a:xfrm>
            <a:off x="483700" y="1632825"/>
            <a:ext cx="4226400" cy="5109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GB" sz="2200">
                <a:solidFill>
                  <a:schemeClr val="dk1"/>
                </a:solidFill>
                <a:latin typeface="DM Serif Display"/>
                <a:ea typeface="DM Serif Display"/>
                <a:cs typeface="DM Serif Display"/>
                <a:sym typeface="DM Serif Display"/>
              </a:rPr>
              <a:t>Compression classified into : </a:t>
            </a:r>
            <a:endParaRPr sz="2200">
              <a:solidFill>
                <a:schemeClr val="dk1"/>
              </a:solidFill>
              <a:latin typeface="DM Serif Display"/>
              <a:ea typeface="DM Serif Display"/>
              <a:cs typeface="DM Serif Display"/>
              <a:sym typeface="DM Serif Display"/>
            </a:endParaRPr>
          </a:p>
        </p:txBody>
      </p:sp>
      <p:pic>
        <p:nvPicPr>
          <p:cNvPr id="587" name="Google Shape;587;p59"/>
          <p:cNvPicPr preferRelativeResize="0"/>
          <p:nvPr/>
        </p:nvPicPr>
        <p:blipFill rotWithShape="1">
          <a:blip r:embed="rId3">
            <a:alphaModFix/>
          </a:blip>
          <a:srcRect b="14237" l="4102" r="4130" t="21804"/>
          <a:stretch/>
        </p:blipFill>
        <p:spPr>
          <a:xfrm>
            <a:off x="4638975" y="3838475"/>
            <a:ext cx="4134450" cy="895550"/>
          </a:xfrm>
          <a:prstGeom prst="rect">
            <a:avLst/>
          </a:prstGeom>
          <a:noFill/>
          <a:ln>
            <a:noFill/>
          </a:ln>
        </p:spPr>
      </p:pic>
      <p:pic>
        <p:nvPicPr>
          <p:cNvPr id="588" name="Google Shape;588;p59"/>
          <p:cNvPicPr preferRelativeResize="0"/>
          <p:nvPr/>
        </p:nvPicPr>
        <p:blipFill rotWithShape="1">
          <a:blip r:embed="rId4">
            <a:alphaModFix/>
          </a:blip>
          <a:srcRect b="9209" l="27264" r="22295" t="9225"/>
          <a:stretch/>
        </p:blipFill>
        <p:spPr>
          <a:xfrm rot="558298">
            <a:off x="4257225" y="2355962"/>
            <a:ext cx="629550" cy="1017975"/>
          </a:xfrm>
          <a:prstGeom prst="rect">
            <a:avLst/>
          </a:prstGeom>
          <a:noFill/>
          <a:ln>
            <a:noFill/>
          </a:ln>
        </p:spPr>
      </p:pic>
      <p:pic>
        <p:nvPicPr>
          <p:cNvPr id="589" name="Google Shape;589;p59"/>
          <p:cNvPicPr preferRelativeResize="0"/>
          <p:nvPr/>
        </p:nvPicPr>
        <p:blipFill rotWithShape="1">
          <a:blip r:embed="rId5">
            <a:alphaModFix/>
          </a:blip>
          <a:srcRect b="7615" l="2608" r="10466" t="19584"/>
          <a:stretch/>
        </p:blipFill>
        <p:spPr>
          <a:xfrm>
            <a:off x="355975" y="3785500"/>
            <a:ext cx="3969250" cy="1001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0"/>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Clr>
                <a:schemeClr val="dk1"/>
              </a:buClr>
              <a:buSzPts val="1100"/>
              <a:buFont typeface="Arial"/>
              <a:buNone/>
            </a:pPr>
            <a:r>
              <a:rPr b="1" lang="en-GB" sz="3300"/>
              <a:t>Digital Audio Formats</a:t>
            </a:r>
            <a:endParaRPr b="1" sz="3300"/>
          </a:p>
          <a:p>
            <a:pPr indent="0" lvl="0" marL="0" rtl="0" algn="ctr">
              <a:spcBef>
                <a:spcPts val="400"/>
              </a:spcBef>
              <a:spcAft>
                <a:spcPts val="0"/>
              </a:spcAft>
              <a:buNone/>
            </a:pPr>
            <a:r>
              <a:t/>
            </a:r>
            <a:endParaRPr/>
          </a:p>
        </p:txBody>
      </p:sp>
      <p:sp>
        <p:nvSpPr>
          <p:cNvPr id="595" name="Google Shape;595;p60"/>
          <p:cNvSpPr txBox="1"/>
          <p:nvPr/>
        </p:nvSpPr>
        <p:spPr>
          <a:xfrm>
            <a:off x="151800" y="1344725"/>
            <a:ext cx="4420200" cy="329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Clr>
                <a:schemeClr val="dk1"/>
              </a:buClr>
              <a:buSzPts val="1100"/>
              <a:buFont typeface="Arial"/>
              <a:buNone/>
            </a:pPr>
            <a:r>
              <a:rPr lang="en-GB" sz="2700">
                <a:solidFill>
                  <a:schemeClr val="dk1"/>
                </a:solidFill>
                <a:latin typeface="DM Serif Display"/>
                <a:ea typeface="DM Serif Display"/>
                <a:cs typeface="DM Serif Display"/>
                <a:sym typeface="DM Serif Display"/>
              </a:rPr>
              <a:t>Lossless : </a:t>
            </a:r>
            <a:endParaRPr sz="2700">
              <a:solidFill>
                <a:schemeClr val="dk1"/>
              </a:solidFill>
              <a:latin typeface="DM Serif Display"/>
              <a:ea typeface="DM Serif Display"/>
              <a:cs typeface="DM Serif Display"/>
              <a:sym typeface="DM Serif Display"/>
            </a:endParaRPr>
          </a:p>
          <a:p>
            <a:pPr indent="-381000" lvl="0" marL="457200" rtl="0" algn="l">
              <a:lnSpc>
                <a:spcPct val="115000"/>
              </a:lnSpc>
              <a:spcBef>
                <a:spcPts val="1600"/>
              </a:spcBef>
              <a:spcAft>
                <a:spcPts val="0"/>
              </a:spcAft>
              <a:buClr>
                <a:schemeClr val="dk1"/>
              </a:buClr>
              <a:buSzPts val="2400"/>
              <a:buFont typeface="Karla"/>
              <a:buChar char="●"/>
            </a:pPr>
            <a:r>
              <a:rPr lang="en-GB" sz="2500">
                <a:solidFill>
                  <a:schemeClr val="dk1"/>
                </a:solidFill>
                <a:latin typeface="DM Serif Display"/>
                <a:ea typeface="DM Serif Display"/>
                <a:cs typeface="DM Serif Display"/>
                <a:sym typeface="DM Serif Display"/>
              </a:rPr>
              <a:t>FLAC (.flac) </a:t>
            </a:r>
            <a:endParaRPr sz="2400">
              <a:solidFill>
                <a:schemeClr val="dk1"/>
              </a:solidFill>
              <a:latin typeface="DM Serif Display"/>
              <a:ea typeface="DM Serif Display"/>
              <a:cs typeface="DM Serif Display"/>
              <a:sym typeface="DM Serif Display"/>
            </a:endParaRPr>
          </a:p>
          <a:p>
            <a:pPr indent="-381000" lvl="0" marL="457200" rtl="0" algn="l">
              <a:lnSpc>
                <a:spcPct val="115000"/>
              </a:lnSpc>
              <a:spcBef>
                <a:spcPts val="0"/>
              </a:spcBef>
              <a:spcAft>
                <a:spcPts val="0"/>
              </a:spcAft>
              <a:buClr>
                <a:schemeClr val="dk1"/>
              </a:buClr>
              <a:buSzPts val="2400"/>
              <a:buFont typeface="Karla"/>
              <a:buChar char="●"/>
            </a:pPr>
            <a:r>
              <a:rPr lang="en-GB" sz="2500">
                <a:solidFill>
                  <a:schemeClr val="dk1"/>
                </a:solidFill>
                <a:latin typeface="DM Serif Display"/>
                <a:ea typeface="DM Serif Display"/>
                <a:cs typeface="DM Serif Display"/>
                <a:sym typeface="DM Serif Display"/>
              </a:rPr>
              <a:t>WAV (.wav)</a:t>
            </a:r>
            <a:endParaRPr sz="2500">
              <a:solidFill>
                <a:schemeClr val="dk1"/>
              </a:solidFill>
              <a:latin typeface="DM Serif Display"/>
              <a:ea typeface="DM Serif Display"/>
              <a:cs typeface="DM Serif Display"/>
              <a:sym typeface="DM Serif Display"/>
            </a:endParaRPr>
          </a:p>
          <a:p>
            <a:pPr indent="-342900" lvl="0" marL="457200" rtl="0" algn="l">
              <a:lnSpc>
                <a:spcPct val="115000"/>
              </a:lnSpc>
              <a:spcBef>
                <a:spcPts val="0"/>
              </a:spcBef>
              <a:spcAft>
                <a:spcPts val="0"/>
              </a:spcAft>
              <a:buClr>
                <a:schemeClr val="dk1"/>
              </a:buClr>
              <a:buSzPts val="1800"/>
              <a:buFont typeface="Karla"/>
              <a:buChar char="●"/>
            </a:pPr>
            <a:r>
              <a:rPr lang="en-GB" sz="2500">
                <a:solidFill>
                  <a:schemeClr val="dk1"/>
                </a:solidFill>
                <a:latin typeface="DM Serif Display"/>
                <a:ea typeface="DM Serif Display"/>
                <a:cs typeface="DM Serif Display"/>
                <a:sym typeface="DM Serif Display"/>
              </a:rPr>
              <a:t>AIFF (.aiff)</a:t>
            </a:r>
            <a:r>
              <a:rPr lang="en-GB" sz="2400">
                <a:solidFill>
                  <a:schemeClr val="dk1"/>
                </a:solidFill>
                <a:latin typeface="DM Serif Display"/>
                <a:ea typeface="DM Serif Display"/>
                <a:cs typeface="DM Serif Display"/>
                <a:sym typeface="DM Serif Display"/>
              </a:rPr>
              <a:t> </a:t>
            </a:r>
            <a:endParaRPr sz="2400">
              <a:solidFill>
                <a:schemeClr val="dk1"/>
              </a:solidFill>
              <a:latin typeface="DM Serif Display"/>
              <a:ea typeface="DM Serif Display"/>
              <a:cs typeface="DM Serif Display"/>
              <a:sym typeface="DM Serif Display"/>
            </a:endParaRPr>
          </a:p>
          <a:p>
            <a:pPr indent="-381000" lvl="0" marL="457200" rtl="0" algn="l">
              <a:lnSpc>
                <a:spcPct val="115000"/>
              </a:lnSpc>
              <a:spcBef>
                <a:spcPts val="0"/>
              </a:spcBef>
              <a:spcAft>
                <a:spcPts val="0"/>
              </a:spcAft>
              <a:buClr>
                <a:schemeClr val="dk1"/>
              </a:buClr>
              <a:buSzPts val="2400"/>
              <a:buFont typeface="Karla"/>
              <a:buChar char="●"/>
            </a:pPr>
            <a:r>
              <a:rPr lang="en-GB" sz="2500">
                <a:solidFill>
                  <a:schemeClr val="dk1"/>
                </a:solidFill>
                <a:latin typeface="DM Serif Display"/>
                <a:ea typeface="DM Serif Display"/>
                <a:cs typeface="DM Serif Display"/>
                <a:sym typeface="DM Serif Display"/>
              </a:rPr>
              <a:t>DSF (.dsf)</a:t>
            </a:r>
            <a:endParaRPr sz="2400">
              <a:solidFill>
                <a:schemeClr val="dk1"/>
              </a:solidFill>
              <a:latin typeface="DM Serif Display"/>
              <a:ea typeface="DM Serif Display"/>
              <a:cs typeface="DM Serif Display"/>
              <a:sym typeface="DM Serif Display"/>
            </a:endParaRPr>
          </a:p>
        </p:txBody>
      </p:sp>
      <p:pic>
        <p:nvPicPr>
          <p:cNvPr id="596" name="Google Shape;596;p60"/>
          <p:cNvPicPr preferRelativeResize="0"/>
          <p:nvPr/>
        </p:nvPicPr>
        <p:blipFill>
          <a:blip r:embed="rId3">
            <a:alphaModFix/>
          </a:blip>
          <a:stretch>
            <a:fillRect/>
          </a:stretch>
        </p:blipFill>
        <p:spPr>
          <a:xfrm>
            <a:off x="2735800" y="2143575"/>
            <a:ext cx="829425" cy="1151476"/>
          </a:xfrm>
          <a:prstGeom prst="rect">
            <a:avLst/>
          </a:prstGeom>
          <a:noFill/>
          <a:ln>
            <a:noFill/>
          </a:ln>
        </p:spPr>
      </p:pic>
      <p:sp>
        <p:nvSpPr>
          <p:cNvPr id="597" name="Google Shape;597;p60"/>
          <p:cNvSpPr txBox="1"/>
          <p:nvPr/>
        </p:nvSpPr>
        <p:spPr>
          <a:xfrm>
            <a:off x="5082450" y="1344725"/>
            <a:ext cx="3000000" cy="258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GB" sz="2600">
                <a:solidFill>
                  <a:schemeClr val="dk1"/>
                </a:solidFill>
                <a:latin typeface="DM Serif Display"/>
                <a:ea typeface="DM Serif Display"/>
                <a:cs typeface="DM Serif Display"/>
                <a:sym typeface="DM Serif Display"/>
              </a:rPr>
              <a:t>Lossy :</a:t>
            </a:r>
            <a:endParaRPr sz="2600">
              <a:solidFill>
                <a:schemeClr val="dk1"/>
              </a:solidFill>
              <a:latin typeface="DM Serif Display"/>
              <a:ea typeface="DM Serif Display"/>
              <a:cs typeface="DM Serif Display"/>
              <a:sym typeface="DM Serif Display"/>
            </a:endParaRPr>
          </a:p>
          <a:p>
            <a:pPr indent="-387350" lvl="0" marL="457200" rtl="0" algn="l">
              <a:lnSpc>
                <a:spcPct val="115000"/>
              </a:lnSpc>
              <a:spcBef>
                <a:spcPts val="1800"/>
              </a:spcBef>
              <a:spcAft>
                <a:spcPts val="0"/>
              </a:spcAft>
              <a:buClr>
                <a:schemeClr val="dk1"/>
              </a:buClr>
              <a:buSzPts val="2500"/>
              <a:buFont typeface="DM Serif Display"/>
              <a:buChar char="●"/>
            </a:pPr>
            <a:r>
              <a:rPr lang="en-GB" sz="2500">
                <a:solidFill>
                  <a:schemeClr val="dk1"/>
                </a:solidFill>
                <a:latin typeface="DM Serif Display"/>
                <a:ea typeface="DM Serif Display"/>
                <a:cs typeface="DM Serif Display"/>
                <a:sym typeface="DM Serif Display"/>
              </a:rPr>
              <a:t>MP3 (.mp3)</a:t>
            </a:r>
            <a:endParaRPr sz="2500">
              <a:solidFill>
                <a:schemeClr val="dk1"/>
              </a:solidFill>
              <a:latin typeface="DM Serif Display"/>
              <a:ea typeface="DM Serif Display"/>
              <a:cs typeface="DM Serif Display"/>
              <a:sym typeface="DM Serif Display"/>
            </a:endParaRPr>
          </a:p>
          <a:p>
            <a:pPr indent="-387350" lvl="0" marL="457200" rtl="0" algn="l">
              <a:lnSpc>
                <a:spcPct val="115000"/>
              </a:lnSpc>
              <a:spcBef>
                <a:spcPts val="0"/>
              </a:spcBef>
              <a:spcAft>
                <a:spcPts val="0"/>
              </a:spcAft>
              <a:buClr>
                <a:schemeClr val="dk1"/>
              </a:buClr>
              <a:buSzPts val="2500"/>
              <a:buFont typeface="DM Serif Display"/>
              <a:buChar char="●"/>
            </a:pPr>
            <a:r>
              <a:rPr lang="en-GB" sz="2500">
                <a:solidFill>
                  <a:schemeClr val="dk1"/>
                </a:solidFill>
                <a:latin typeface="DM Serif Display"/>
                <a:ea typeface="DM Serif Display"/>
                <a:cs typeface="DM Serif Display"/>
                <a:sym typeface="DM Serif Display"/>
              </a:rPr>
              <a:t>AAC (.aac) </a:t>
            </a:r>
            <a:endParaRPr sz="2500">
              <a:solidFill>
                <a:schemeClr val="dk1"/>
              </a:solidFill>
              <a:latin typeface="DM Serif Display"/>
              <a:ea typeface="DM Serif Display"/>
              <a:cs typeface="DM Serif Display"/>
              <a:sym typeface="DM Serif Display"/>
            </a:endParaRPr>
          </a:p>
          <a:p>
            <a:pPr indent="-387350" lvl="0" marL="457200" rtl="0" algn="l">
              <a:lnSpc>
                <a:spcPct val="115000"/>
              </a:lnSpc>
              <a:spcBef>
                <a:spcPts val="0"/>
              </a:spcBef>
              <a:spcAft>
                <a:spcPts val="0"/>
              </a:spcAft>
              <a:buClr>
                <a:schemeClr val="dk1"/>
              </a:buClr>
              <a:buSzPts val="2500"/>
              <a:buFont typeface="DM Serif Display"/>
              <a:buChar char="●"/>
            </a:pPr>
            <a:r>
              <a:rPr lang="en-GB" sz="2500">
                <a:solidFill>
                  <a:schemeClr val="dk1"/>
                </a:solidFill>
                <a:latin typeface="DM Serif Display"/>
                <a:ea typeface="DM Serif Display"/>
                <a:cs typeface="DM Serif Display"/>
                <a:sym typeface="DM Serif Display"/>
              </a:rPr>
              <a:t>OGG (.ogg)</a:t>
            </a:r>
            <a:endParaRPr sz="2500">
              <a:solidFill>
                <a:schemeClr val="dk1"/>
              </a:solidFill>
              <a:latin typeface="DM Serif Display"/>
              <a:ea typeface="DM Serif Display"/>
              <a:cs typeface="DM Serif Display"/>
              <a:sym typeface="DM Serif Display"/>
            </a:endParaRPr>
          </a:p>
          <a:p>
            <a:pPr indent="-387350" lvl="0" marL="457200" rtl="0" algn="l">
              <a:lnSpc>
                <a:spcPct val="115000"/>
              </a:lnSpc>
              <a:spcBef>
                <a:spcPts val="0"/>
              </a:spcBef>
              <a:spcAft>
                <a:spcPts val="0"/>
              </a:spcAft>
              <a:buClr>
                <a:schemeClr val="dk1"/>
              </a:buClr>
              <a:buSzPts val="2500"/>
              <a:buFont typeface="DM Serif Display"/>
              <a:buChar char="●"/>
            </a:pPr>
            <a:r>
              <a:rPr lang="en-GB" sz="2500">
                <a:solidFill>
                  <a:schemeClr val="dk1"/>
                </a:solidFill>
                <a:latin typeface="DM Serif Display"/>
                <a:ea typeface="DM Serif Display"/>
                <a:cs typeface="DM Serif Display"/>
                <a:sym typeface="DM Serif Display"/>
              </a:rPr>
              <a:t>WMA (.wma)</a:t>
            </a:r>
            <a:endParaRPr sz="2500">
              <a:solidFill>
                <a:schemeClr val="dk1"/>
              </a:solidFill>
              <a:latin typeface="DM Serif Display"/>
              <a:ea typeface="DM Serif Display"/>
              <a:cs typeface="DM Serif Display"/>
              <a:sym typeface="DM Serif Display"/>
            </a:endParaRPr>
          </a:p>
        </p:txBody>
      </p:sp>
      <p:pic>
        <p:nvPicPr>
          <p:cNvPr id="598" name="Google Shape;598;p60"/>
          <p:cNvPicPr preferRelativeResize="0"/>
          <p:nvPr/>
        </p:nvPicPr>
        <p:blipFill>
          <a:blip r:embed="rId4">
            <a:alphaModFix/>
          </a:blip>
          <a:stretch>
            <a:fillRect/>
          </a:stretch>
        </p:blipFill>
        <p:spPr>
          <a:xfrm>
            <a:off x="7426498" y="2142248"/>
            <a:ext cx="829425" cy="11541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1"/>
          <p:cNvSpPr txBox="1"/>
          <p:nvPr>
            <p:ph type="title"/>
          </p:nvPr>
        </p:nvSpPr>
        <p:spPr>
          <a:xfrm>
            <a:off x="713225" y="539500"/>
            <a:ext cx="7497600" cy="223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"streaming" the audio data means that The audio and video files are broken up and sent over the internet in small chunks, and arrive at your computer or device as you are listening</a:t>
            </a:r>
            <a:endParaRPr/>
          </a:p>
        </p:txBody>
      </p:sp>
      <p:pic>
        <p:nvPicPr>
          <p:cNvPr id="604" name="Google Shape;604;p61"/>
          <p:cNvPicPr preferRelativeResize="0"/>
          <p:nvPr/>
        </p:nvPicPr>
        <p:blipFill>
          <a:blip r:embed="rId3">
            <a:alphaModFix/>
          </a:blip>
          <a:stretch>
            <a:fillRect/>
          </a:stretch>
        </p:blipFill>
        <p:spPr>
          <a:xfrm>
            <a:off x="2121400" y="2769550"/>
            <a:ext cx="1906737" cy="1906737"/>
          </a:xfrm>
          <a:prstGeom prst="rect">
            <a:avLst/>
          </a:prstGeom>
          <a:noFill/>
          <a:ln>
            <a:noFill/>
          </a:ln>
        </p:spPr>
      </p:pic>
      <p:pic>
        <p:nvPicPr>
          <p:cNvPr id="605" name="Google Shape;605;p61"/>
          <p:cNvPicPr preferRelativeResize="0"/>
          <p:nvPr/>
        </p:nvPicPr>
        <p:blipFill>
          <a:blip r:embed="rId4">
            <a:alphaModFix/>
          </a:blip>
          <a:stretch>
            <a:fillRect/>
          </a:stretch>
        </p:blipFill>
        <p:spPr>
          <a:xfrm>
            <a:off x="467925" y="3285700"/>
            <a:ext cx="910275" cy="1033700"/>
          </a:xfrm>
          <a:prstGeom prst="rect">
            <a:avLst/>
          </a:prstGeom>
          <a:noFill/>
          <a:ln>
            <a:noFill/>
          </a:ln>
        </p:spPr>
      </p:pic>
      <p:pic>
        <p:nvPicPr>
          <p:cNvPr id="606" name="Google Shape;606;p61"/>
          <p:cNvPicPr preferRelativeResize="0"/>
          <p:nvPr/>
        </p:nvPicPr>
        <p:blipFill rotWithShape="1">
          <a:blip r:embed="rId5">
            <a:alphaModFix/>
          </a:blip>
          <a:srcRect b="14330" l="28355" r="31213" t="13878"/>
          <a:stretch/>
        </p:blipFill>
        <p:spPr>
          <a:xfrm rot="5400000">
            <a:off x="1702039" y="3457511"/>
            <a:ext cx="365500" cy="649025"/>
          </a:xfrm>
          <a:prstGeom prst="rect">
            <a:avLst/>
          </a:prstGeom>
          <a:noFill/>
          <a:ln>
            <a:noFill/>
          </a:ln>
        </p:spPr>
      </p:pic>
      <p:pic>
        <p:nvPicPr>
          <p:cNvPr id="607" name="Google Shape;607;p61"/>
          <p:cNvPicPr preferRelativeResize="0"/>
          <p:nvPr/>
        </p:nvPicPr>
        <p:blipFill rotWithShape="1">
          <a:blip r:embed="rId6">
            <a:alphaModFix/>
          </a:blip>
          <a:srcRect b="0" l="0" r="2875" t="0"/>
          <a:stretch/>
        </p:blipFill>
        <p:spPr>
          <a:xfrm>
            <a:off x="4612211" y="3013800"/>
            <a:ext cx="1906725" cy="1808643"/>
          </a:xfrm>
          <a:prstGeom prst="rect">
            <a:avLst/>
          </a:prstGeom>
          <a:noFill/>
          <a:ln>
            <a:noFill/>
          </a:ln>
        </p:spPr>
      </p:pic>
      <p:pic>
        <p:nvPicPr>
          <p:cNvPr id="608" name="Google Shape;608;p61"/>
          <p:cNvPicPr preferRelativeResize="0"/>
          <p:nvPr/>
        </p:nvPicPr>
        <p:blipFill>
          <a:blip r:embed="rId4">
            <a:alphaModFix/>
          </a:blip>
          <a:stretch>
            <a:fillRect/>
          </a:stretch>
        </p:blipFill>
        <p:spPr>
          <a:xfrm>
            <a:off x="5281663" y="3167475"/>
            <a:ext cx="567789" cy="644775"/>
          </a:xfrm>
          <a:prstGeom prst="rect">
            <a:avLst/>
          </a:prstGeom>
          <a:noFill/>
          <a:ln>
            <a:noFill/>
          </a:ln>
        </p:spPr>
      </p:pic>
      <p:pic>
        <p:nvPicPr>
          <p:cNvPr id="609" name="Google Shape;609;p61"/>
          <p:cNvPicPr preferRelativeResize="0"/>
          <p:nvPr/>
        </p:nvPicPr>
        <p:blipFill rotWithShape="1">
          <a:blip r:embed="rId5">
            <a:alphaModFix/>
          </a:blip>
          <a:srcRect b="14330" l="28355" r="31213" t="13878"/>
          <a:stretch/>
        </p:blipFill>
        <p:spPr>
          <a:xfrm rot="5400000">
            <a:off x="4007800" y="3361963"/>
            <a:ext cx="406550" cy="721875"/>
          </a:xfrm>
          <a:prstGeom prst="rect">
            <a:avLst/>
          </a:prstGeom>
          <a:noFill/>
          <a:ln>
            <a:noFill/>
          </a:ln>
        </p:spPr>
      </p:pic>
      <p:pic>
        <p:nvPicPr>
          <p:cNvPr id="610" name="Google Shape;610;p61"/>
          <p:cNvPicPr preferRelativeResize="0"/>
          <p:nvPr/>
        </p:nvPicPr>
        <p:blipFill rotWithShape="1">
          <a:blip r:embed="rId5">
            <a:alphaModFix/>
          </a:blip>
          <a:srcRect b="14330" l="28355" r="31213" t="13878"/>
          <a:stretch/>
        </p:blipFill>
        <p:spPr>
          <a:xfrm rot="5400000">
            <a:off x="6666426" y="3385200"/>
            <a:ext cx="380375" cy="675400"/>
          </a:xfrm>
          <a:prstGeom prst="rect">
            <a:avLst/>
          </a:prstGeom>
          <a:noFill/>
          <a:ln>
            <a:noFill/>
          </a:ln>
        </p:spPr>
      </p:pic>
      <p:pic>
        <p:nvPicPr>
          <p:cNvPr id="611" name="Google Shape;611;p61"/>
          <p:cNvPicPr preferRelativeResize="0"/>
          <p:nvPr/>
        </p:nvPicPr>
        <p:blipFill rotWithShape="1">
          <a:blip r:embed="rId7">
            <a:alphaModFix/>
          </a:blip>
          <a:srcRect b="23450" l="30294" r="30991" t="24932"/>
          <a:stretch/>
        </p:blipFill>
        <p:spPr>
          <a:xfrm>
            <a:off x="7194325" y="3167475"/>
            <a:ext cx="1270175" cy="1270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62"/>
          <p:cNvSpPr txBox="1"/>
          <p:nvPr>
            <p:ph type="title"/>
          </p:nvPr>
        </p:nvSpPr>
        <p:spPr>
          <a:xfrm>
            <a:off x="512325" y="284975"/>
            <a:ext cx="7717500" cy="94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2200"/>
              <a:t>Code on servers and the web browser, and in mobile platforms sends or receives larger audio and video files in pieces over the internet.</a:t>
            </a:r>
            <a:endParaRPr sz="2200"/>
          </a:p>
          <a:p>
            <a:pPr indent="0" lvl="0" marL="0" rtl="0" algn="ctr">
              <a:spcBef>
                <a:spcPts val="0"/>
              </a:spcBef>
              <a:spcAft>
                <a:spcPts val="0"/>
              </a:spcAft>
              <a:buNone/>
            </a:pPr>
            <a:r>
              <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t/>
            </a:r>
            <a:endParaRPr sz="4100"/>
          </a:p>
        </p:txBody>
      </p:sp>
      <p:sp>
        <p:nvSpPr>
          <p:cNvPr id="617" name="Google Shape;617;p62"/>
          <p:cNvSpPr txBox="1"/>
          <p:nvPr/>
        </p:nvSpPr>
        <p:spPr>
          <a:xfrm>
            <a:off x="0" y="1526975"/>
            <a:ext cx="6121200" cy="223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sz="2200" u="sng">
                <a:solidFill>
                  <a:schemeClr val="dk1"/>
                </a:solidFill>
                <a:latin typeface="DM Serif Display"/>
                <a:ea typeface="DM Serif Display"/>
                <a:cs typeface="DM Serif Display"/>
                <a:sym typeface="DM Serif Display"/>
              </a:rPr>
              <a:t>bit rate</a:t>
            </a:r>
            <a:r>
              <a:rPr lang="en-GB" sz="2200" u="sng">
                <a:solidFill>
                  <a:schemeClr val="dk1"/>
                </a:solidFill>
                <a:latin typeface="DM Serif Display"/>
                <a:ea typeface="DM Serif Display"/>
                <a:cs typeface="DM Serif Display"/>
                <a:sym typeface="DM Serif Display"/>
              </a:rPr>
              <a:t> </a:t>
            </a:r>
            <a:r>
              <a:rPr lang="en-GB" sz="2200">
                <a:solidFill>
                  <a:schemeClr val="dk1"/>
                </a:solidFill>
                <a:latin typeface="DM Serif Display"/>
                <a:ea typeface="DM Serif Display"/>
                <a:cs typeface="DM Serif Display"/>
                <a:sym typeface="DM Serif Display"/>
              </a:rPr>
              <a:t>: the of of information being sent over the internet how many bits per second are being sent from a server computer to your computer (bit per sec).by increasing the speed of internet the bit rate increases</a:t>
            </a:r>
            <a:endParaRPr>
              <a:solidFill>
                <a:schemeClr val="dk1"/>
              </a:solidFill>
              <a:latin typeface="Karla"/>
              <a:ea typeface="Karla"/>
              <a:cs typeface="Karla"/>
              <a:sym typeface="Karla"/>
            </a:endParaRPr>
          </a:p>
        </p:txBody>
      </p:sp>
      <p:sp>
        <p:nvSpPr>
          <p:cNvPr id="618" name="Google Shape;618;p62"/>
          <p:cNvSpPr txBox="1"/>
          <p:nvPr/>
        </p:nvSpPr>
        <p:spPr>
          <a:xfrm>
            <a:off x="512325" y="3509200"/>
            <a:ext cx="3295200" cy="136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200" u="sng">
                <a:solidFill>
                  <a:schemeClr val="dk1"/>
                </a:solidFill>
                <a:latin typeface="DM Serif Display"/>
                <a:ea typeface="DM Serif Display"/>
                <a:cs typeface="DM Serif Display"/>
                <a:sym typeface="DM Serif Display"/>
              </a:rPr>
              <a:t> </a:t>
            </a:r>
            <a:r>
              <a:rPr b="1" lang="en-GB" sz="2200" u="sng">
                <a:solidFill>
                  <a:schemeClr val="dk1"/>
                </a:solidFill>
                <a:latin typeface="DM Serif Display"/>
                <a:ea typeface="DM Serif Display"/>
                <a:cs typeface="DM Serif Display"/>
                <a:sym typeface="DM Serif Display"/>
              </a:rPr>
              <a:t>bit depth</a:t>
            </a:r>
            <a:r>
              <a:rPr lang="en-GB" sz="2200" u="sng">
                <a:solidFill>
                  <a:schemeClr val="dk1"/>
                </a:solidFill>
                <a:latin typeface="DM Serif Display"/>
                <a:ea typeface="DM Serif Display"/>
                <a:cs typeface="DM Serif Display"/>
                <a:sym typeface="DM Serif Display"/>
              </a:rPr>
              <a:t> :</a:t>
            </a:r>
            <a:r>
              <a:rPr lang="en-GB" sz="2200">
                <a:solidFill>
                  <a:schemeClr val="dk1"/>
                </a:solidFill>
                <a:latin typeface="DM Serif Display"/>
                <a:ea typeface="DM Serif Display"/>
                <a:cs typeface="DM Serif Display"/>
                <a:sym typeface="DM Serif Display"/>
              </a:rPr>
              <a:t>The amount of information in one of these streams . </a:t>
            </a:r>
            <a:endParaRPr sz="2200">
              <a:solidFill>
                <a:schemeClr val="dk1"/>
              </a:solidFill>
              <a:latin typeface="DM Serif Display"/>
              <a:ea typeface="DM Serif Display"/>
              <a:cs typeface="DM Serif Display"/>
              <a:sym typeface="DM Serif Display"/>
            </a:endParaRPr>
          </a:p>
          <a:p>
            <a:pPr indent="0" lvl="0" marL="0" rtl="0" algn="l">
              <a:spcBef>
                <a:spcPts val="0"/>
              </a:spcBef>
              <a:spcAft>
                <a:spcPts val="0"/>
              </a:spcAft>
              <a:buNone/>
            </a:pPr>
            <a:r>
              <a:t/>
            </a:r>
            <a:endParaRPr sz="1600">
              <a:solidFill>
                <a:schemeClr val="dk1"/>
              </a:solidFill>
              <a:latin typeface="Karla"/>
              <a:ea typeface="Karla"/>
              <a:cs typeface="Karla"/>
              <a:sym typeface="Karla"/>
            </a:endParaRPr>
          </a:p>
        </p:txBody>
      </p:sp>
      <p:pic>
        <p:nvPicPr>
          <p:cNvPr id="619" name="Google Shape;619;p62"/>
          <p:cNvPicPr preferRelativeResize="0"/>
          <p:nvPr/>
        </p:nvPicPr>
        <p:blipFill rotWithShape="1">
          <a:blip r:embed="rId3">
            <a:alphaModFix/>
          </a:blip>
          <a:srcRect b="0" l="2865" r="0" t="-7400"/>
          <a:stretch/>
        </p:blipFill>
        <p:spPr>
          <a:xfrm>
            <a:off x="5411400" y="2826225"/>
            <a:ext cx="2818425" cy="1943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3"/>
          <p:cNvSpPr txBox="1"/>
          <p:nvPr>
            <p:ph type="ctrTitle"/>
          </p:nvPr>
        </p:nvSpPr>
        <p:spPr>
          <a:xfrm>
            <a:off x="1374175" y="1751800"/>
            <a:ext cx="7237500" cy="18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5000"/>
              <a:t>Thanks a lot !</a:t>
            </a:r>
            <a:endParaRPr b="1" sz="5000"/>
          </a:p>
          <a:p>
            <a:pPr indent="0" lvl="0" marL="0" rtl="0" algn="l">
              <a:spcBef>
                <a:spcPts val="0"/>
              </a:spcBef>
              <a:spcAft>
                <a:spcPts val="0"/>
              </a:spcAft>
              <a:buNone/>
            </a:pPr>
            <a:r>
              <a:rPr b="1" lang="en-GB" sz="4400"/>
              <a:t> </a:t>
            </a:r>
            <a:endParaRPr b="1" sz="4400"/>
          </a:p>
          <a:p>
            <a:pPr indent="0" lvl="0" marL="0" rtl="0" algn="ctr">
              <a:spcBef>
                <a:spcPts val="0"/>
              </a:spcBef>
              <a:spcAft>
                <a:spcPts val="0"/>
              </a:spcAft>
              <a:buNone/>
            </a:pPr>
            <a:r>
              <a:rPr b="1" lang="en-GB"/>
              <a:t>By: </a:t>
            </a:r>
            <a:r>
              <a:rPr lang="en-GB"/>
              <a:t>yomna mazhar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Hepatitis Clinical Case by Slidesgo">
  <a:themeElements>
    <a:clrScheme name="Simple Light">
      <a:dk1>
        <a:srgbClr val="000000"/>
      </a:dk1>
      <a:lt1>
        <a:srgbClr val="FFFFFF"/>
      </a:lt1>
      <a:dk2>
        <a:srgbClr val="06688E"/>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